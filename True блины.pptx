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CB6D"/>
    <a:srgbClr val="262626"/>
    <a:srgbClr val="141D26"/>
    <a:srgbClr val="EFCB6E"/>
    <a:srgbClr val="7F7F7F"/>
    <a:srgbClr val="595959"/>
    <a:srgbClr val="767171"/>
    <a:srgbClr val="592E12"/>
    <a:srgbClr val="5B2F13"/>
    <a:srgbClr val="DA97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68" autoAdjust="0"/>
    <p:restoredTop sz="94552" autoAdjust="0"/>
  </p:normalViewPr>
  <p:slideViewPr>
    <p:cSldViewPr snapToGrid="0">
      <p:cViewPr varScale="1">
        <p:scale>
          <a:sx n="104" d="100"/>
          <a:sy n="104" d="100"/>
        </p:scale>
        <p:origin x="90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007188-8714-4824-A73F-1620891663A5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A27F0-AA89-4FFF-99D8-2464AC740AB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948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A27F0-AA89-4FFF-99D8-2464AC740AB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334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680B2-62B9-F5F0-CA43-FDF01893FA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1D91AD4-0636-6E7B-0C08-C3E72B4F7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FE8226-31CC-8F1C-9137-6CA76A330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490796-8177-C193-5D1E-A30AA4DD1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F93737-BDF9-2A15-FDBF-7D9341BC5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0477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DA4E6-C50E-36C8-9BB2-70D03DA5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9DAF50-37B1-CA53-DDFF-3C075F223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4D54E-1535-D3CA-5C21-1E8D62818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4CCBAC-1219-F138-CAC0-ACD8700F3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21DF51-0434-6BDC-6D1C-150E9621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872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DCD8C-0DA4-19AE-148A-2917A558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173052-B19B-A0FF-B304-D0F4342C9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C38EC1-19AC-C401-8A34-981F3403A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043DF3-4A03-2FEA-454C-C6D04DA56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FAE8B5-9F30-3718-71A7-204832E6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51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DFC1C-CCCC-6283-B299-38AA5089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E1B8BD-D4D8-F9EF-6DE5-ED833B1EFD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A9622F-3383-92FC-1478-27E59D456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2226A8-B463-1171-28C7-73DDAD362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88FF3F-C15D-3178-1AA1-55FED5E78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BD679C4-F912-3B29-D714-1A87251A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263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C8986-EF05-2E5C-E927-2C997BBAA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DD41BB-8DD0-43A1-717D-7CB6B865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BACE5E-BE62-BE7A-4EF9-2729398E2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A3DE723-AB34-1EBE-A703-330DCE88BC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AF752FA-A5A3-C65D-3718-95E42FA864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E61B61-0A1D-C56F-D5F3-79CEB15D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6F3282-41AE-0600-EA2C-7671EFDA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725F787-A4F2-3C60-D499-6FD769DE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98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CB3AE1-F8EF-DF01-E74A-2B75C0F9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7179B4-0863-1668-1074-7F1EF6BB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CCC9E0-6B42-5E44-F349-4E2238CE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E516B5-9B30-68D1-B300-AC1ACFEE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224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919C21-1E6F-43FD-E2BA-DCE765701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13DEAF-435C-C7A1-28FA-5FB1CDCC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62A4D0-B211-B56B-9D94-FECE9AD2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53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AC9E2-F021-F977-8D28-C849839BF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761868-3766-1230-A7B7-F7A7A9230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0B62E9-F77E-3E12-BBD7-7C198F3EB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A03C24-97B2-AF76-CF76-018D23AD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1FABC2-DB6D-8A57-5078-4831A66F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92145A-AC3B-A6F0-9D20-9849B16F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412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0563E2-2CF6-4F3A-791C-4B5991FB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75F952-A2D1-CEF3-761F-2363BC07E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FCCFA-07FB-981A-27E9-1F016C2235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0794D8-0D63-21B5-1E07-6DDD82539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4E79E7-262E-8F65-4E46-0005242E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6F6936-E4E8-D349-036C-4EDF687F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132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E3C250-967E-296D-0B5A-83C8B489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C66C48-EC07-9526-3237-CDCB86B72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8F4F7-A424-ED46-1906-218A3BE3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2ACE06-E12B-E4F9-4DCB-489C797C4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848D4F-2F84-01E1-F971-7EE53EE0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0868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B052B8-2FC7-6433-AE3B-54F164CAB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A37EAB-0723-A2E8-3CF6-6432E1FC7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54965D-973E-66F4-3EB2-6FBCDE31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4A98C1-3DCF-DF51-08BB-3ACCA13D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7C711F-D324-E9BE-A8FD-C5F643EC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9030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F1BE02-FA2C-A45C-44D4-85655C7D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973B60-3A89-F059-38F7-CF8CC5D64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D88781-BDE8-8F4E-A878-10484F9587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274AC-E694-44D0-8743-C95B31B8FB0A}" type="datetimeFigureOut">
              <a:rPr lang="ru-RU" smtClean="0"/>
              <a:t>29.11.2025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FACFA3-F2FD-A9FE-07EC-EF454CDF7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F2E4DD-2E1D-C939-1E8E-379AE74F6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04DF0-1E1A-4738-8F62-1599275A97A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656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lumMod val="25000"/>
                <a:alpha val="2000"/>
              </a:schemeClr>
            </a:gs>
            <a:gs pos="37422">
              <a:srgbClr val="3B3838">
                <a:alpha val="80000"/>
              </a:srgbClr>
            </a:gs>
            <a:gs pos="66000">
              <a:schemeClr val="bg2">
                <a:lumMod val="25000"/>
                <a:alpha val="90000"/>
              </a:schemeClr>
            </a:gs>
            <a:gs pos="100000">
              <a:schemeClr val="bg2">
                <a:lumMod val="25000"/>
              </a:schemeClr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05AAB87-6BD7-050B-4295-12A20ED3A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030406"/>
            <a:ext cx="12192000" cy="78884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521747-D04B-8029-848D-3ED4FE7A1C30}"/>
              </a:ext>
            </a:extLst>
          </p:cNvPr>
          <p:cNvSpPr txBox="1"/>
          <p:nvPr/>
        </p:nvSpPr>
        <p:spPr>
          <a:xfrm>
            <a:off x="-2" y="-1"/>
            <a:ext cx="8280000" cy="6876000"/>
          </a:xfrm>
          <a:custGeom>
            <a:avLst/>
            <a:gdLst/>
            <a:ahLst/>
            <a:cxnLst/>
            <a:rect l="l" t="t" r="r" b="b"/>
            <a:pathLst>
              <a:path w="8280000" h="6876000">
                <a:moveTo>
                  <a:pt x="2600536" y="5574015"/>
                </a:moveTo>
                <a:cubicBezTo>
                  <a:pt x="2598155" y="5574015"/>
                  <a:pt x="2596220" y="5574239"/>
                  <a:pt x="2594731" y="5574685"/>
                </a:cubicBezTo>
                <a:cubicBezTo>
                  <a:pt x="2593243" y="5575132"/>
                  <a:pt x="2592052" y="5575838"/>
                  <a:pt x="2591160" y="5576806"/>
                </a:cubicBezTo>
                <a:cubicBezTo>
                  <a:pt x="2590266" y="5577773"/>
                  <a:pt x="2589653" y="5579094"/>
                  <a:pt x="2589318" y="5580768"/>
                </a:cubicBezTo>
                <a:cubicBezTo>
                  <a:pt x="2588983" y="5582443"/>
                  <a:pt x="2588816" y="5584508"/>
                  <a:pt x="2588816" y="5586963"/>
                </a:cubicBezTo>
                <a:cubicBezTo>
                  <a:pt x="2588816" y="5589419"/>
                  <a:pt x="2588983" y="5591465"/>
                  <a:pt x="2589318" y="5593103"/>
                </a:cubicBezTo>
                <a:cubicBezTo>
                  <a:pt x="2589653" y="5594740"/>
                  <a:pt x="2590266" y="5596061"/>
                  <a:pt x="2591160" y="5597065"/>
                </a:cubicBezTo>
                <a:cubicBezTo>
                  <a:pt x="2592052" y="5598070"/>
                  <a:pt x="2593243" y="5598777"/>
                  <a:pt x="2594731" y="5599186"/>
                </a:cubicBezTo>
                <a:cubicBezTo>
                  <a:pt x="2596220" y="5599595"/>
                  <a:pt x="2598155" y="5599800"/>
                  <a:pt x="2600536" y="5599800"/>
                </a:cubicBezTo>
                <a:cubicBezTo>
                  <a:pt x="2602843" y="5599800"/>
                  <a:pt x="2604740" y="5599595"/>
                  <a:pt x="2606228" y="5599186"/>
                </a:cubicBezTo>
                <a:cubicBezTo>
                  <a:pt x="2607716" y="5598777"/>
                  <a:pt x="2608926" y="5598070"/>
                  <a:pt x="2609856" y="5597065"/>
                </a:cubicBezTo>
                <a:cubicBezTo>
                  <a:pt x="2610786" y="5596061"/>
                  <a:pt x="2611419" y="5594740"/>
                  <a:pt x="2611754" y="5593103"/>
                </a:cubicBezTo>
                <a:cubicBezTo>
                  <a:pt x="2612089" y="5591465"/>
                  <a:pt x="2612256" y="5589419"/>
                  <a:pt x="2612256" y="5586963"/>
                </a:cubicBezTo>
                <a:cubicBezTo>
                  <a:pt x="2612256" y="5584508"/>
                  <a:pt x="2612089" y="5582443"/>
                  <a:pt x="2611754" y="5580768"/>
                </a:cubicBezTo>
                <a:cubicBezTo>
                  <a:pt x="2611419" y="5579094"/>
                  <a:pt x="2610786" y="5577773"/>
                  <a:pt x="2609856" y="5576806"/>
                </a:cubicBezTo>
                <a:cubicBezTo>
                  <a:pt x="2608926" y="5575838"/>
                  <a:pt x="2607716" y="5575132"/>
                  <a:pt x="2606228" y="5574685"/>
                </a:cubicBezTo>
                <a:cubicBezTo>
                  <a:pt x="2604740" y="5574239"/>
                  <a:pt x="2602843" y="5574015"/>
                  <a:pt x="2600536" y="5574015"/>
                </a:cubicBezTo>
                <a:close/>
                <a:moveTo>
                  <a:pt x="4055405" y="5550240"/>
                </a:moveTo>
                <a:lnTo>
                  <a:pt x="4071143" y="5550240"/>
                </a:lnTo>
                <a:lnTo>
                  <a:pt x="4071143" y="5571560"/>
                </a:lnTo>
                <a:cubicBezTo>
                  <a:pt x="4066604" y="5576620"/>
                  <a:pt x="4062270" y="5580378"/>
                  <a:pt x="4058140" y="5582833"/>
                </a:cubicBezTo>
                <a:cubicBezTo>
                  <a:pt x="4054010" y="5585289"/>
                  <a:pt x="4049526" y="5586517"/>
                  <a:pt x="4044689" y="5586517"/>
                </a:cubicBezTo>
                <a:cubicBezTo>
                  <a:pt x="4038736" y="5586517"/>
                  <a:pt x="4034104" y="5584973"/>
                  <a:pt x="4030792" y="5581885"/>
                </a:cubicBezTo>
                <a:cubicBezTo>
                  <a:pt x="4027481" y="5578796"/>
                  <a:pt x="4025826" y="5574648"/>
                  <a:pt x="4025826" y="5569439"/>
                </a:cubicBezTo>
                <a:cubicBezTo>
                  <a:pt x="4025826" y="5566388"/>
                  <a:pt x="4026402" y="5563690"/>
                  <a:pt x="4027555" y="5561346"/>
                </a:cubicBezTo>
                <a:cubicBezTo>
                  <a:pt x="4028709" y="5559002"/>
                  <a:pt x="4030514" y="5556993"/>
                  <a:pt x="4032969" y="5555319"/>
                </a:cubicBezTo>
                <a:cubicBezTo>
                  <a:pt x="4035425" y="5553645"/>
                  <a:pt x="4038513" y="5552379"/>
                  <a:pt x="4042234" y="5551524"/>
                </a:cubicBezTo>
                <a:cubicBezTo>
                  <a:pt x="4045954" y="5550668"/>
                  <a:pt x="4050345" y="5550240"/>
                  <a:pt x="4055405" y="5550240"/>
                </a:cubicBezTo>
                <a:close/>
                <a:moveTo>
                  <a:pt x="1388405" y="5550240"/>
                </a:moveTo>
                <a:lnTo>
                  <a:pt x="1404144" y="5550240"/>
                </a:lnTo>
                <a:lnTo>
                  <a:pt x="1404144" y="5571560"/>
                </a:lnTo>
                <a:cubicBezTo>
                  <a:pt x="1399604" y="5576620"/>
                  <a:pt x="1395270" y="5580378"/>
                  <a:pt x="1391140" y="5582833"/>
                </a:cubicBezTo>
                <a:cubicBezTo>
                  <a:pt x="1387010" y="5585289"/>
                  <a:pt x="1382526" y="5586517"/>
                  <a:pt x="1377689" y="5586517"/>
                </a:cubicBezTo>
                <a:cubicBezTo>
                  <a:pt x="1371736" y="5586517"/>
                  <a:pt x="1367104" y="5584973"/>
                  <a:pt x="1363792" y="5581885"/>
                </a:cubicBezTo>
                <a:cubicBezTo>
                  <a:pt x="1360481" y="5578796"/>
                  <a:pt x="1358825" y="5574648"/>
                  <a:pt x="1358825" y="5569439"/>
                </a:cubicBezTo>
                <a:cubicBezTo>
                  <a:pt x="1358825" y="5566388"/>
                  <a:pt x="1359402" y="5563690"/>
                  <a:pt x="1360555" y="5561346"/>
                </a:cubicBezTo>
                <a:cubicBezTo>
                  <a:pt x="1361709" y="5559002"/>
                  <a:pt x="1363513" y="5556993"/>
                  <a:pt x="1365969" y="5555319"/>
                </a:cubicBezTo>
                <a:cubicBezTo>
                  <a:pt x="1368425" y="5553645"/>
                  <a:pt x="1371513" y="5552379"/>
                  <a:pt x="1375234" y="5551524"/>
                </a:cubicBezTo>
                <a:cubicBezTo>
                  <a:pt x="1378954" y="5550668"/>
                  <a:pt x="1383345" y="5550240"/>
                  <a:pt x="1388405" y="5550240"/>
                </a:cubicBezTo>
                <a:close/>
                <a:moveTo>
                  <a:pt x="988355" y="5550240"/>
                </a:moveTo>
                <a:lnTo>
                  <a:pt x="1004093" y="5550240"/>
                </a:lnTo>
                <a:lnTo>
                  <a:pt x="1004093" y="5571560"/>
                </a:lnTo>
                <a:cubicBezTo>
                  <a:pt x="999554" y="5576620"/>
                  <a:pt x="995220" y="5580378"/>
                  <a:pt x="991090" y="5582833"/>
                </a:cubicBezTo>
                <a:cubicBezTo>
                  <a:pt x="986960" y="5585289"/>
                  <a:pt x="982476" y="5586517"/>
                  <a:pt x="977639" y="5586517"/>
                </a:cubicBezTo>
                <a:cubicBezTo>
                  <a:pt x="971686" y="5586517"/>
                  <a:pt x="967054" y="5584973"/>
                  <a:pt x="963742" y="5581885"/>
                </a:cubicBezTo>
                <a:cubicBezTo>
                  <a:pt x="960431" y="5578796"/>
                  <a:pt x="958775" y="5574648"/>
                  <a:pt x="958775" y="5569439"/>
                </a:cubicBezTo>
                <a:cubicBezTo>
                  <a:pt x="958775" y="5566388"/>
                  <a:pt x="959352" y="5563690"/>
                  <a:pt x="960505" y="5561346"/>
                </a:cubicBezTo>
                <a:cubicBezTo>
                  <a:pt x="961659" y="5559002"/>
                  <a:pt x="963463" y="5556993"/>
                  <a:pt x="965919" y="5555319"/>
                </a:cubicBezTo>
                <a:cubicBezTo>
                  <a:pt x="968375" y="5553645"/>
                  <a:pt x="971463" y="5552379"/>
                  <a:pt x="975184" y="5551524"/>
                </a:cubicBezTo>
                <a:cubicBezTo>
                  <a:pt x="978904" y="5550668"/>
                  <a:pt x="983295" y="5550240"/>
                  <a:pt x="988355" y="5550240"/>
                </a:cubicBezTo>
                <a:close/>
                <a:moveTo>
                  <a:pt x="540680" y="5550240"/>
                </a:moveTo>
                <a:lnTo>
                  <a:pt x="556419" y="5550240"/>
                </a:lnTo>
                <a:lnTo>
                  <a:pt x="556419" y="5571560"/>
                </a:lnTo>
                <a:cubicBezTo>
                  <a:pt x="551879" y="5576620"/>
                  <a:pt x="547545" y="5580378"/>
                  <a:pt x="543415" y="5582833"/>
                </a:cubicBezTo>
                <a:cubicBezTo>
                  <a:pt x="539285" y="5585289"/>
                  <a:pt x="534801" y="5586517"/>
                  <a:pt x="529964" y="5586517"/>
                </a:cubicBezTo>
                <a:cubicBezTo>
                  <a:pt x="524011" y="5586517"/>
                  <a:pt x="519379" y="5584973"/>
                  <a:pt x="516067" y="5581885"/>
                </a:cubicBezTo>
                <a:cubicBezTo>
                  <a:pt x="512756" y="5578796"/>
                  <a:pt x="511100" y="5574648"/>
                  <a:pt x="511100" y="5569439"/>
                </a:cubicBezTo>
                <a:cubicBezTo>
                  <a:pt x="511100" y="5566388"/>
                  <a:pt x="511677" y="5563690"/>
                  <a:pt x="512830" y="5561346"/>
                </a:cubicBezTo>
                <a:cubicBezTo>
                  <a:pt x="513984" y="5559002"/>
                  <a:pt x="515788" y="5556993"/>
                  <a:pt x="518244" y="5555319"/>
                </a:cubicBezTo>
                <a:cubicBezTo>
                  <a:pt x="520700" y="5553645"/>
                  <a:pt x="523788" y="5552379"/>
                  <a:pt x="527509" y="5551524"/>
                </a:cubicBezTo>
                <a:cubicBezTo>
                  <a:pt x="531229" y="5550668"/>
                  <a:pt x="535620" y="5550240"/>
                  <a:pt x="540680" y="5550240"/>
                </a:cubicBezTo>
                <a:close/>
                <a:moveTo>
                  <a:pt x="3460130" y="5549459"/>
                </a:moveTo>
                <a:lnTo>
                  <a:pt x="3478101" y="5549459"/>
                </a:lnTo>
                <a:cubicBezTo>
                  <a:pt x="3482938" y="5549459"/>
                  <a:pt x="3487123" y="5549831"/>
                  <a:pt x="3490658" y="5550575"/>
                </a:cubicBezTo>
                <a:cubicBezTo>
                  <a:pt x="3494193" y="5551319"/>
                  <a:pt x="3497095" y="5552435"/>
                  <a:pt x="3499365" y="5553924"/>
                </a:cubicBezTo>
                <a:cubicBezTo>
                  <a:pt x="3501634" y="5555412"/>
                  <a:pt x="3503290" y="5557291"/>
                  <a:pt x="3504332" y="5559560"/>
                </a:cubicBezTo>
                <a:cubicBezTo>
                  <a:pt x="3505373" y="5561830"/>
                  <a:pt x="3505894" y="5564453"/>
                  <a:pt x="3505894" y="5567430"/>
                </a:cubicBezTo>
                <a:cubicBezTo>
                  <a:pt x="3505894" y="5570332"/>
                  <a:pt x="3505373" y="5572955"/>
                  <a:pt x="3504332" y="5575299"/>
                </a:cubicBezTo>
                <a:cubicBezTo>
                  <a:pt x="3503290" y="5577643"/>
                  <a:pt x="3501634" y="5579634"/>
                  <a:pt x="3499365" y="5581271"/>
                </a:cubicBezTo>
                <a:cubicBezTo>
                  <a:pt x="3497095" y="5582908"/>
                  <a:pt x="3494249" y="5584154"/>
                  <a:pt x="3490825" y="5585010"/>
                </a:cubicBezTo>
                <a:cubicBezTo>
                  <a:pt x="3487402" y="5585866"/>
                  <a:pt x="3483273" y="5586294"/>
                  <a:pt x="3478435" y="5586294"/>
                </a:cubicBezTo>
                <a:cubicBezTo>
                  <a:pt x="3477096" y="5586294"/>
                  <a:pt x="3475627" y="5586256"/>
                  <a:pt x="3474027" y="5586182"/>
                </a:cubicBezTo>
                <a:cubicBezTo>
                  <a:pt x="3472427" y="5586108"/>
                  <a:pt x="3470827" y="5586015"/>
                  <a:pt x="3469227" y="5585903"/>
                </a:cubicBezTo>
                <a:cubicBezTo>
                  <a:pt x="3467627" y="5585791"/>
                  <a:pt x="3466064" y="5585680"/>
                  <a:pt x="3464539" y="5585568"/>
                </a:cubicBezTo>
                <a:cubicBezTo>
                  <a:pt x="3463013" y="5585457"/>
                  <a:pt x="3461544" y="5585289"/>
                  <a:pt x="3460130" y="5585066"/>
                </a:cubicBezTo>
                <a:close/>
                <a:moveTo>
                  <a:pt x="661007" y="5508717"/>
                </a:moveTo>
                <a:cubicBezTo>
                  <a:pt x="666068" y="5508717"/>
                  <a:pt x="670328" y="5509740"/>
                  <a:pt x="673788" y="5511787"/>
                </a:cubicBezTo>
                <a:cubicBezTo>
                  <a:pt x="677248" y="5513833"/>
                  <a:pt x="680002" y="5516549"/>
                  <a:pt x="682048" y="5519935"/>
                </a:cubicBezTo>
                <a:cubicBezTo>
                  <a:pt x="684094" y="5523321"/>
                  <a:pt x="685583" y="5527246"/>
                  <a:pt x="686513" y="5531711"/>
                </a:cubicBezTo>
                <a:cubicBezTo>
                  <a:pt x="687443" y="5536176"/>
                  <a:pt x="687908" y="5540864"/>
                  <a:pt x="687908" y="5545775"/>
                </a:cubicBezTo>
                <a:cubicBezTo>
                  <a:pt x="687908" y="5551803"/>
                  <a:pt x="687238" y="5557272"/>
                  <a:pt x="685899" y="5562184"/>
                </a:cubicBezTo>
                <a:cubicBezTo>
                  <a:pt x="684560" y="5567095"/>
                  <a:pt x="682606" y="5571262"/>
                  <a:pt x="680039" y="5574685"/>
                </a:cubicBezTo>
                <a:cubicBezTo>
                  <a:pt x="677471" y="5578108"/>
                  <a:pt x="674290" y="5580768"/>
                  <a:pt x="670495" y="5582666"/>
                </a:cubicBezTo>
                <a:cubicBezTo>
                  <a:pt x="666700" y="5584564"/>
                  <a:pt x="662384" y="5585512"/>
                  <a:pt x="657547" y="5585512"/>
                </a:cubicBezTo>
                <a:cubicBezTo>
                  <a:pt x="652041" y="5585512"/>
                  <a:pt x="647390" y="5584471"/>
                  <a:pt x="643595" y="5582387"/>
                </a:cubicBezTo>
                <a:cubicBezTo>
                  <a:pt x="639799" y="5580303"/>
                  <a:pt x="636748" y="5577215"/>
                  <a:pt x="634442" y="5573122"/>
                </a:cubicBezTo>
                <a:cubicBezTo>
                  <a:pt x="632135" y="5569030"/>
                  <a:pt x="630479" y="5563932"/>
                  <a:pt x="629475" y="5557830"/>
                </a:cubicBezTo>
                <a:cubicBezTo>
                  <a:pt x="628470" y="5551728"/>
                  <a:pt x="627968" y="5544659"/>
                  <a:pt x="627968" y="5536622"/>
                </a:cubicBezTo>
                <a:cubicBezTo>
                  <a:pt x="627968" y="5534985"/>
                  <a:pt x="627968" y="5533385"/>
                  <a:pt x="627968" y="5531823"/>
                </a:cubicBezTo>
                <a:cubicBezTo>
                  <a:pt x="627968" y="5530260"/>
                  <a:pt x="628005" y="5528883"/>
                  <a:pt x="628079" y="5527693"/>
                </a:cubicBezTo>
                <a:cubicBezTo>
                  <a:pt x="631056" y="5524493"/>
                  <a:pt x="633846" y="5521721"/>
                  <a:pt x="636451" y="5519377"/>
                </a:cubicBezTo>
                <a:cubicBezTo>
                  <a:pt x="639055" y="5517033"/>
                  <a:pt x="641660" y="5515061"/>
                  <a:pt x="644264" y="5513461"/>
                </a:cubicBezTo>
                <a:cubicBezTo>
                  <a:pt x="646869" y="5511861"/>
                  <a:pt x="649529" y="5510670"/>
                  <a:pt x="652245" y="5509889"/>
                </a:cubicBezTo>
                <a:cubicBezTo>
                  <a:pt x="654961" y="5509108"/>
                  <a:pt x="657882" y="5508717"/>
                  <a:pt x="661007" y="5508717"/>
                </a:cubicBezTo>
                <a:close/>
                <a:moveTo>
                  <a:pt x="1499691" y="5507824"/>
                </a:moveTo>
                <a:lnTo>
                  <a:pt x="1531503" y="5507824"/>
                </a:lnTo>
                <a:lnTo>
                  <a:pt x="1531503" y="5583168"/>
                </a:lnTo>
                <a:lnTo>
                  <a:pt x="1477032" y="5583168"/>
                </a:lnTo>
                <a:cubicBezTo>
                  <a:pt x="1479265" y="5580415"/>
                  <a:pt x="1481423" y="5577234"/>
                  <a:pt x="1483506" y="5573625"/>
                </a:cubicBezTo>
                <a:cubicBezTo>
                  <a:pt x="1485590" y="5570016"/>
                  <a:pt x="1487580" y="5565346"/>
                  <a:pt x="1489478" y="5559616"/>
                </a:cubicBezTo>
                <a:cubicBezTo>
                  <a:pt x="1491375" y="5553886"/>
                  <a:pt x="1493161" y="5546854"/>
                  <a:pt x="1494836" y="5538520"/>
                </a:cubicBezTo>
                <a:cubicBezTo>
                  <a:pt x="1496510" y="5530185"/>
                  <a:pt x="1498128" y="5519954"/>
                  <a:pt x="1499691" y="5507824"/>
                </a:cubicBezTo>
                <a:close/>
                <a:moveTo>
                  <a:pt x="1804749" y="5506373"/>
                </a:moveTo>
                <a:cubicBezTo>
                  <a:pt x="1809540" y="5506373"/>
                  <a:pt x="1813546" y="5507489"/>
                  <a:pt x="1816765" y="5509722"/>
                </a:cubicBezTo>
                <a:cubicBezTo>
                  <a:pt x="1819985" y="5511954"/>
                  <a:pt x="1822549" y="5514931"/>
                  <a:pt x="1824459" y="5518651"/>
                </a:cubicBezTo>
                <a:cubicBezTo>
                  <a:pt x="1826368" y="5522372"/>
                  <a:pt x="1827715" y="5526632"/>
                  <a:pt x="1828501" y="5531432"/>
                </a:cubicBezTo>
                <a:cubicBezTo>
                  <a:pt x="1829287" y="5536232"/>
                  <a:pt x="1829680" y="5541199"/>
                  <a:pt x="1829680" y="5546333"/>
                </a:cubicBezTo>
                <a:cubicBezTo>
                  <a:pt x="1829680" y="5551021"/>
                  <a:pt x="1829194" y="5555672"/>
                  <a:pt x="1828221" y="5560286"/>
                </a:cubicBezTo>
                <a:cubicBezTo>
                  <a:pt x="1827247" y="5564900"/>
                  <a:pt x="1825731" y="5569067"/>
                  <a:pt x="1823672" y="5572788"/>
                </a:cubicBezTo>
                <a:cubicBezTo>
                  <a:pt x="1821613" y="5576508"/>
                  <a:pt x="1818917" y="5579485"/>
                  <a:pt x="1815586" y="5581717"/>
                </a:cubicBezTo>
                <a:cubicBezTo>
                  <a:pt x="1812254" y="5583950"/>
                  <a:pt x="1808267" y="5585066"/>
                  <a:pt x="1803626" y="5585066"/>
                </a:cubicBezTo>
                <a:cubicBezTo>
                  <a:pt x="1798610" y="5585066"/>
                  <a:pt x="1793818" y="5583429"/>
                  <a:pt x="1789251" y="5580155"/>
                </a:cubicBezTo>
                <a:cubicBezTo>
                  <a:pt x="1784684" y="5576880"/>
                  <a:pt x="1779854" y="5572155"/>
                  <a:pt x="1774763" y="5565979"/>
                </a:cubicBezTo>
                <a:lnTo>
                  <a:pt x="1774763" y="5526018"/>
                </a:lnTo>
                <a:cubicBezTo>
                  <a:pt x="1777682" y="5522372"/>
                  <a:pt x="1780453" y="5519302"/>
                  <a:pt x="1783073" y="5516810"/>
                </a:cubicBezTo>
                <a:cubicBezTo>
                  <a:pt x="1785694" y="5514317"/>
                  <a:pt x="1788202" y="5512307"/>
                  <a:pt x="1790598" y="5510782"/>
                </a:cubicBezTo>
                <a:cubicBezTo>
                  <a:pt x="1792994" y="5509257"/>
                  <a:pt x="1795352" y="5508140"/>
                  <a:pt x="1797673" y="5507433"/>
                </a:cubicBezTo>
                <a:cubicBezTo>
                  <a:pt x="1799994" y="5506726"/>
                  <a:pt x="1802352" y="5506373"/>
                  <a:pt x="1804749" y="5506373"/>
                </a:cubicBezTo>
                <a:close/>
                <a:moveTo>
                  <a:pt x="2857098" y="5505926"/>
                </a:moveTo>
                <a:cubicBezTo>
                  <a:pt x="2863031" y="5505926"/>
                  <a:pt x="2867987" y="5506987"/>
                  <a:pt x="2871966" y="5509108"/>
                </a:cubicBezTo>
                <a:cubicBezTo>
                  <a:pt x="2875945" y="5511228"/>
                  <a:pt x="2879099" y="5514112"/>
                  <a:pt x="2881427" y="5517758"/>
                </a:cubicBezTo>
                <a:cubicBezTo>
                  <a:pt x="2883754" y="5521405"/>
                  <a:pt x="2885425" y="5525646"/>
                  <a:pt x="2886439" y="5530483"/>
                </a:cubicBezTo>
                <a:cubicBezTo>
                  <a:pt x="2887453" y="5535320"/>
                  <a:pt x="2887960" y="5540455"/>
                  <a:pt x="2887960" y="5545887"/>
                </a:cubicBezTo>
                <a:cubicBezTo>
                  <a:pt x="2887960" y="5551691"/>
                  <a:pt x="2887359" y="5557012"/>
                  <a:pt x="2886157" y="5561849"/>
                </a:cubicBezTo>
                <a:cubicBezTo>
                  <a:pt x="2884956" y="5566686"/>
                  <a:pt x="2883078" y="5570853"/>
                  <a:pt x="2880526" y="5574350"/>
                </a:cubicBezTo>
                <a:cubicBezTo>
                  <a:pt x="2877973" y="5577848"/>
                  <a:pt x="2874707" y="5580564"/>
                  <a:pt x="2870727" y="5582499"/>
                </a:cubicBezTo>
                <a:cubicBezTo>
                  <a:pt x="2866748" y="5584433"/>
                  <a:pt x="2862055" y="5585401"/>
                  <a:pt x="2856649" y="5585401"/>
                </a:cubicBezTo>
                <a:cubicBezTo>
                  <a:pt x="2850716" y="5585401"/>
                  <a:pt x="2845760" y="5584340"/>
                  <a:pt x="2841781" y="5582220"/>
                </a:cubicBezTo>
                <a:cubicBezTo>
                  <a:pt x="2837802" y="5580099"/>
                  <a:pt x="2834629" y="5577234"/>
                  <a:pt x="2832264" y="5573625"/>
                </a:cubicBezTo>
                <a:cubicBezTo>
                  <a:pt x="2829899" y="5570016"/>
                  <a:pt x="2828210" y="5565793"/>
                  <a:pt x="2827196" y="5560956"/>
                </a:cubicBezTo>
                <a:cubicBezTo>
                  <a:pt x="2826182" y="5556119"/>
                  <a:pt x="2825676" y="5550947"/>
                  <a:pt x="2825676" y="5545440"/>
                </a:cubicBezTo>
                <a:cubicBezTo>
                  <a:pt x="2825676" y="5539710"/>
                  <a:pt x="2826295" y="5534427"/>
                  <a:pt x="2827534" y="5529590"/>
                </a:cubicBezTo>
                <a:cubicBezTo>
                  <a:pt x="2828773" y="5524753"/>
                  <a:pt x="2830669" y="5520567"/>
                  <a:pt x="2833221" y="5517033"/>
                </a:cubicBezTo>
                <a:cubicBezTo>
                  <a:pt x="2835774" y="5513498"/>
                  <a:pt x="2839021" y="5510763"/>
                  <a:pt x="2842964" y="5508829"/>
                </a:cubicBezTo>
                <a:cubicBezTo>
                  <a:pt x="2846906" y="5506894"/>
                  <a:pt x="2851617" y="5505926"/>
                  <a:pt x="2857098" y="5505926"/>
                </a:cubicBezTo>
                <a:close/>
                <a:moveTo>
                  <a:pt x="2352273" y="5505926"/>
                </a:moveTo>
                <a:cubicBezTo>
                  <a:pt x="2358206" y="5505926"/>
                  <a:pt x="2363162" y="5506987"/>
                  <a:pt x="2367141" y="5509108"/>
                </a:cubicBezTo>
                <a:cubicBezTo>
                  <a:pt x="2371120" y="5511228"/>
                  <a:pt x="2374274" y="5514112"/>
                  <a:pt x="2376602" y="5517758"/>
                </a:cubicBezTo>
                <a:cubicBezTo>
                  <a:pt x="2378929" y="5521405"/>
                  <a:pt x="2380600" y="5525646"/>
                  <a:pt x="2381614" y="5530483"/>
                </a:cubicBezTo>
                <a:cubicBezTo>
                  <a:pt x="2382628" y="5535320"/>
                  <a:pt x="2383135" y="5540455"/>
                  <a:pt x="2383135" y="5545887"/>
                </a:cubicBezTo>
                <a:cubicBezTo>
                  <a:pt x="2383135" y="5551691"/>
                  <a:pt x="2382534" y="5557012"/>
                  <a:pt x="2381333" y="5561849"/>
                </a:cubicBezTo>
                <a:cubicBezTo>
                  <a:pt x="2380131" y="5566686"/>
                  <a:pt x="2378253" y="5570853"/>
                  <a:pt x="2375701" y="5574350"/>
                </a:cubicBezTo>
                <a:cubicBezTo>
                  <a:pt x="2373148" y="5577848"/>
                  <a:pt x="2369882" y="5580564"/>
                  <a:pt x="2365903" y="5582499"/>
                </a:cubicBezTo>
                <a:cubicBezTo>
                  <a:pt x="2361923" y="5584433"/>
                  <a:pt x="2357230" y="5585401"/>
                  <a:pt x="2351823" y="5585401"/>
                </a:cubicBezTo>
                <a:cubicBezTo>
                  <a:pt x="2345891" y="5585401"/>
                  <a:pt x="2340935" y="5584340"/>
                  <a:pt x="2336956" y="5582220"/>
                </a:cubicBezTo>
                <a:cubicBezTo>
                  <a:pt x="2332977" y="5580099"/>
                  <a:pt x="2329804" y="5577234"/>
                  <a:pt x="2327439" y="5573625"/>
                </a:cubicBezTo>
                <a:cubicBezTo>
                  <a:pt x="2325075" y="5570016"/>
                  <a:pt x="2323385" y="5565793"/>
                  <a:pt x="2322371" y="5560956"/>
                </a:cubicBezTo>
                <a:cubicBezTo>
                  <a:pt x="2321357" y="5556119"/>
                  <a:pt x="2320850" y="5550947"/>
                  <a:pt x="2320850" y="5545440"/>
                </a:cubicBezTo>
                <a:cubicBezTo>
                  <a:pt x="2320850" y="5539710"/>
                  <a:pt x="2321470" y="5534427"/>
                  <a:pt x="2322709" y="5529590"/>
                </a:cubicBezTo>
                <a:cubicBezTo>
                  <a:pt x="2323948" y="5524753"/>
                  <a:pt x="2325844" y="5520567"/>
                  <a:pt x="2328396" y="5517033"/>
                </a:cubicBezTo>
                <a:cubicBezTo>
                  <a:pt x="2330949" y="5513498"/>
                  <a:pt x="2334196" y="5510763"/>
                  <a:pt x="2338139" y="5508829"/>
                </a:cubicBezTo>
                <a:cubicBezTo>
                  <a:pt x="2342081" y="5506894"/>
                  <a:pt x="2346793" y="5505926"/>
                  <a:pt x="2352273" y="5505926"/>
                </a:cubicBezTo>
                <a:close/>
                <a:moveTo>
                  <a:pt x="1923649" y="5505926"/>
                </a:moveTo>
                <a:cubicBezTo>
                  <a:pt x="1929581" y="5505926"/>
                  <a:pt x="1934537" y="5506987"/>
                  <a:pt x="1938516" y="5509108"/>
                </a:cubicBezTo>
                <a:cubicBezTo>
                  <a:pt x="1942495" y="5511228"/>
                  <a:pt x="1945649" y="5514112"/>
                  <a:pt x="1947977" y="5517758"/>
                </a:cubicBezTo>
                <a:cubicBezTo>
                  <a:pt x="1950304" y="5521405"/>
                  <a:pt x="1951975" y="5525646"/>
                  <a:pt x="1952989" y="5530483"/>
                </a:cubicBezTo>
                <a:cubicBezTo>
                  <a:pt x="1954003" y="5535320"/>
                  <a:pt x="1954510" y="5540455"/>
                  <a:pt x="1954510" y="5545887"/>
                </a:cubicBezTo>
                <a:cubicBezTo>
                  <a:pt x="1954510" y="5551691"/>
                  <a:pt x="1953909" y="5557012"/>
                  <a:pt x="1952707" y="5561849"/>
                </a:cubicBezTo>
                <a:cubicBezTo>
                  <a:pt x="1951506" y="5566686"/>
                  <a:pt x="1949629" y="5570853"/>
                  <a:pt x="1947076" y="5574350"/>
                </a:cubicBezTo>
                <a:cubicBezTo>
                  <a:pt x="1944523" y="5577848"/>
                  <a:pt x="1941257" y="5580564"/>
                  <a:pt x="1937278" y="5582499"/>
                </a:cubicBezTo>
                <a:cubicBezTo>
                  <a:pt x="1933298" y="5584433"/>
                  <a:pt x="1928605" y="5585401"/>
                  <a:pt x="1923198" y="5585401"/>
                </a:cubicBezTo>
                <a:cubicBezTo>
                  <a:pt x="1917266" y="5585401"/>
                  <a:pt x="1912310" y="5584340"/>
                  <a:pt x="1908331" y="5582220"/>
                </a:cubicBezTo>
                <a:cubicBezTo>
                  <a:pt x="1904352" y="5580099"/>
                  <a:pt x="1901179" y="5577234"/>
                  <a:pt x="1898814" y="5573625"/>
                </a:cubicBezTo>
                <a:cubicBezTo>
                  <a:pt x="1896450" y="5570016"/>
                  <a:pt x="1894760" y="5565793"/>
                  <a:pt x="1893746" y="5560956"/>
                </a:cubicBezTo>
                <a:cubicBezTo>
                  <a:pt x="1892732" y="5556119"/>
                  <a:pt x="1892225" y="5550947"/>
                  <a:pt x="1892225" y="5545440"/>
                </a:cubicBezTo>
                <a:cubicBezTo>
                  <a:pt x="1892225" y="5539710"/>
                  <a:pt x="1892845" y="5534427"/>
                  <a:pt x="1894084" y="5529590"/>
                </a:cubicBezTo>
                <a:cubicBezTo>
                  <a:pt x="1895323" y="5524753"/>
                  <a:pt x="1897218" y="5520567"/>
                  <a:pt x="1899771" y="5517033"/>
                </a:cubicBezTo>
                <a:cubicBezTo>
                  <a:pt x="1902324" y="5513498"/>
                  <a:pt x="1905571" y="5510763"/>
                  <a:pt x="1909514" y="5508829"/>
                </a:cubicBezTo>
                <a:cubicBezTo>
                  <a:pt x="1913456" y="5506894"/>
                  <a:pt x="1918167" y="5505926"/>
                  <a:pt x="1923649" y="5505926"/>
                </a:cubicBezTo>
                <a:close/>
                <a:moveTo>
                  <a:pt x="780648" y="5505926"/>
                </a:moveTo>
                <a:cubicBezTo>
                  <a:pt x="786581" y="5505926"/>
                  <a:pt x="791536" y="5506987"/>
                  <a:pt x="795516" y="5509108"/>
                </a:cubicBezTo>
                <a:cubicBezTo>
                  <a:pt x="799495" y="5511228"/>
                  <a:pt x="802649" y="5514112"/>
                  <a:pt x="804977" y="5517758"/>
                </a:cubicBezTo>
                <a:cubicBezTo>
                  <a:pt x="807304" y="5521405"/>
                  <a:pt x="808975" y="5525646"/>
                  <a:pt x="809989" y="5530483"/>
                </a:cubicBezTo>
                <a:cubicBezTo>
                  <a:pt x="811003" y="5535320"/>
                  <a:pt x="811510" y="5540455"/>
                  <a:pt x="811510" y="5545887"/>
                </a:cubicBezTo>
                <a:cubicBezTo>
                  <a:pt x="811510" y="5551691"/>
                  <a:pt x="810909" y="5557012"/>
                  <a:pt x="809707" y="5561849"/>
                </a:cubicBezTo>
                <a:cubicBezTo>
                  <a:pt x="808506" y="5566686"/>
                  <a:pt x="806628" y="5570853"/>
                  <a:pt x="804076" y="5574350"/>
                </a:cubicBezTo>
                <a:cubicBezTo>
                  <a:pt x="801523" y="5577848"/>
                  <a:pt x="798257" y="5580564"/>
                  <a:pt x="794277" y="5582499"/>
                </a:cubicBezTo>
                <a:cubicBezTo>
                  <a:pt x="790298" y="5584433"/>
                  <a:pt x="785605" y="5585401"/>
                  <a:pt x="780198" y="5585401"/>
                </a:cubicBezTo>
                <a:cubicBezTo>
                  <a:pt x="774266" y="5585401"/>
                  <a:pt x="769310" y="5584340"/>
                  <a:pt x="765331" y="5582220"/>
                </a:cubicBezTo>
                <a:cubicBezTo>
                  <a:pt x="761352" y="5580099"/>
                  <a:pt x="758179" y="5577234"/>
                  <a:pt x="755814" y="5573625"/>
                </a:cubicBezTo>
                <a:cubicBezTo>
                  <a:pt x="753449" y="5570016"/>
                  <a:pt x="751760" y="5565793"/>
                  <a:pt x="750746" y="5560956"/>
                </a:cubicBezTo>
                <a:cubicBezTo>
                  <a:pt x="749732" y="5556119"/>
                  <a:pt x="749225" y="5550947"/>
                  <a:pt x="749225" y="5545440"/>
                </a:cubicBezTo>
                <a:cubicBezTo>
                  <a:pt x="749225" y="5539710"/>
                  <a:pt x="749845" y="5534427"/>
                  <a:pt x="751084" y="5529590"/>
                </a:cubicBezTo>
                <a:cubicBezTo>
                  <a:pt x="752323" y="5524753"/>
                  <a:pt x="754218" y="5520567"/>
                  <a:pt x="756771" y="5517033"/>
                </a:cubicBezTo>
                <a:cubicBezTo>
                  <a:pt x="759324" y="5513498"/>
                  <a:pt x="762571" y="5510763"/>
                  <a:pt x="766514" y="5508829"/>
                </a:cubicBezTo>
                <a:cubicBezTo>
                  <a:pt x="770456" y="5506894"/>
                  <a:pt x="775167" y="5505926"/>
                  <a:pt x="780648" y="5505926"/>
                </a:cubicBezTo>
                <a:close/>
                <a:moveTo>
                  <a:pt x="3477096" y="5504922"/>
                </a:moveTo>
                <a:cubicBezTo>
                  <a:pt x="3481710" y="5504922"/>
                  <a:pt x="3485635" y="5505257"/>
                  <a:pt x="3488872" y="5505926"/>
                </a:cubicBezTo>
                <a:cubicBezTo>
                  <a:pt x="3492109" y="5506596"/>
                  <a:pt x="3494751" y="5507601"/>
                  <a:pt x="3496797" y="5508940"/>
                </a:cubicBezTo>
                <a:cubicBezTo>
                  <a:pt x="3498844" y="5510280"/>
                  <a:pt x="3500313" y="5511917"/>
                  <a:pt x="3501206" y="5513852"/>
                </a:cubicBezTo>
                <a:cubicBezTo>
                  <a:pt x="3502099" y="5515786"/>
                  <a:pt x="3502546" y="5517982"/>
                  <a:pt x="3502546" y="5520437"/>
                </a:cubicBezTo>
                <a:cubicBezTo>
                  <a:pt x="3502546" y="5525795"/>
                  <a:pt x="3500518" y="5529906"/>
                  <a:pt x="3496463" y="5532771"/>
                </a:cubicBezTo>
                <a:cubicBezTo>
                  <a:pt x="3492407" y="5535636"/>
                  <a:pt x="3486547" y="5537069"/>
                  <a:pt x="3478882" y="5537069"/>
                </a:cubicBezTo>
                <a:lnTo>
                  <a:pt x="3460130" y="5537069"/>
                </a:lnTo>
                <a:lnTo>
                  <a:pt x="3460130" y="5505815"/>
                </a:lnTo>
                <a:cubicBezTo>
                  <a:pt x="3462139" y="5505592"/>
                  <a:pt x="3464595" y="5505387"/>
                  <a:pt x="3467497" y="5505201"/>
                </a:cubicBezTo>
                <a:cubicBezTo>
                  <a:pt x="3470399" y="5505015"/>
                  <a:pt x="3473599" y="5504922"/>
                  <a:pt x="3477096" y="5504922"/>
                </a:cubicBezTo>
                <a:close/>
                <a:moveTo>
                  <a:pt x="3368550" y="5504922"/>
                </a:moveTo>
                <a:cubicBezTo>
                  <a:pt x="3377460" y="5504922"/>
                  <a:pt x="3384179" y="5507675"/>
                  <a:pt x="3388708" y="5513182"/>
                </a:cubicBezTo>
                <a:cubicBezTo>
                  <a:pt x="3393237" y="5518688"/>
                  <a:pt x="3395390" y="5526279"/>
                  <a:pt x="3395166" y="5535953"/>
                </a:cubicBezTo>
                <a:lnTo>
                  <a:pt x="3340360" y="5535953"/>
                </a:lnTo>
                <a:cubicBezTo>
                  <a:pt x="3340510" y="5531860"/>
                  <a:pt x="3341222" y="5527934"/>
                  <a:pt x="3342494" y="5524177"/>
                </a:cubicBezTo>
                <a:cubicBezTo>
                  <a:pt x="3343767" y="5520419"/>
                  <a:pt x="3345564" y="5517126"/>
                  <a:pt x="3347885" y="5514298"/>
                </a:cubicBezTo>
                <a:cubicBezTo>
                  <a:pt x="3350207" y="5511470"/>
                  <a:pt x="3353089" y="5509201"/>
                  <a:pt x="3356533" y="5507489"/>
                </a:cubicBezTo>
                <a:cubicBezTo>
                  <a:pt x="3359977" y="5505778"/>
                  <a:pt x="3363983" y="5504922"/>
                  <a:pt x="3368550" y="5504922"/>
                </a:cubicBezTo>
                <a:close/>
                <a:moveTo>
                  <a:pt x="3139950" y="5504922"/>
                </a:moveTo>
                <a:cubicBezTo>
                  <a:pt x="3148860" y="5504922"/>
                  <a:pt x="3155579" y="5507675"/>
                  <a:pt x="3160108" y="5513182"/>
                </a:cubicBezTo>
                <a:cubicBezTo>
                  <a:pt x="3164637" y="5518688"/>
                  <a:pt x="3166790" y="5526279"/>
                  <a:pt x="3166566" y="5535953"/>
                </a:cubicBezTo>
                <a:lnTo>
                  <a:pt x="3111760" y="5535953"/>
                </a:lnTo>
                <a:cubicBezTo>
                  <a:pt x="3111910" y="5531860"/>
                  <a:pt x="3112622" y="5527934"/>
                  <a:pt x="3113894" y="5524177"/>
                </a:cubicBezTo>
                <a:cubicBezTo>
                  <a:pt x="3115167" y="5520419"/>
                  <a:pt x="3116964" y="5517126"/>
                  <a:pt x="3119285" y="5514298"/>
                </a:cubicBezTo>
                <a:cubicBezTo>
                  <a:pt x="3121606" y="5511470"/>
                  <a:pt x="3124489" y="5509201"/>
                  <a:pt x="3127933" y="5507489"/>
                </a:cubicBezTo>
                <a:cubicBezTo>
                  <a:pt x="3131377" y="5505778"/>
                  <a:pt x="3135383" y="5504922"/>
                  <a:pt x="3139950" y="5504922"/>
                </a:cubicBezTo>
                <a:close/>
                <a:moveTo>
                  <a:pt x="2044575" y="5504922"/>
                </a:moveTo>
                <a:cubicBezTo>
                  <a:pt x="2053485" y="5504922"/>
                  <a:pt x="2060204" y="5507675"/>
                  <a:pt x="2064733" y="5513182"/>
                </a:cubicBezTo>
                <a:cubicBezTo>
                  <a:pt x="2069262" y="5518688"/>
                  <a:pt x="2071414" y="5526279"/>
                  <a:pt x="2071191" y="5535953"/>
                </a:cubicBezTo>
                <a:lnTo>
                  <a:pt x="2016385" y="5535953"/>
                </a:lnTo>
                <a:cubicBezTo>
                  <a:pt x="2016535" y="5531860"/>
                  <a:pt x="2017246" y="5527934"/>
                  <a:pt x="2018519" y="5524177"/>
                </a:cubicBezTo>
                <a:cubicBezTo>
                  <a:pt x="2019792" y="5520419"/>
                  <a:pt x="2021589" y="5517126"/>
                  <a:pt x="2023910" y="5514298"/>
                </a:cubicBezTo>
                <a:cubicBezTo>
                  <a:pt x="2026231" y="5511470"/>
                  <a:pt x="2029114" y="5509201"/>
                  <a:pt x="2032558" y="5507489"/>
                </a:cubicBezTo>
                <a:cubicBezTo>
                  <a:pt x="2036002" y="5505778"/>
                  <a:pt x="2040008" y="5504922"/>
                  <a:pt x="2044575" y="5504922"/>
                </a:cubicBezTo>
                <a:close/>
                <a:moveTo>
                  <a:pt x="2600536" y="5496439"/>
                </a:moveTo>
                <a:cubicBezTo>
                  <a:pt x="2598155" y="5496439"/>
                  <a:pt x="2596220" y="5496643"/>
                  <a:pt x="2594731" y="5497053"/>
                </a:cubicBezTo>
                <a:cubicBezTo>
                  <a:pt x="2593243" y="5497462"/>
                  <a:pt x="2592052" y="5498169"/>
                  <a:pt x="2591160" y="5499173"/>
                </a:cubicBezTo>
                <a:cubicBezTo>
                  <a:pt x="2590266" y="5500178"/>
                  <a:pt x="2589653" y="5501517"/>
                  <a:pt x="2589318" y="5503192"/>
                </a:cubicBezTo>
                <a:cubicBezTo>
                  <a:pt x="2588983" y="5504866"/>
                  <a:pt x="2588816" y="5506968"/>
                  <a:pt x="2588816" y="5509498"/>
                </a:cubicBezTo>
                <a:cubicBezTo>
                  <a:pt x="2588816" y="5511880"/>
                  <a:pt x="2588983" y="5513889"/>
                  <a:pt x="2589318" y="5515526"/>
                </a:cubicBezTo>
                <a:cubicBezTo>
                  <a:pt x="2589653" y="5517163"/>
                  <a:pt x="2590266" y="5518484"/>
                  <a:pt x="2591160" y="5519488"/>
                </a:cubicBezTo>
                <a:cubicBezTo>
                  <a:pt x="2592052" y="5520493"/>
                  <a:pt x="2593243" y="5521200"/>
                  <a:pt x="2594731" y="5521609"/>
                </a:cubicBezTo>
                <a:cubicBezTo>
                  <a:pt x="2596220" y="5522019"/>
                  <a:pt x="2598155" y="5522223"/>
                  <a:pt x="2600536" y="5522223"/>
                </a:cubicBezTo>
                <a:cubicBezTo>
                  <a:pt x="2602843" y="5522223"/>
                  <a:pt x="2604740" y="5522019"/>
                  <a:pt x="2606228" y="5521609"/>
                </a:cubicBezTo>
                <a:cubicBezTo>
                  <a:pt x="2607716" y="5521200"/>
                  <a:pt x="2608926" y="5520493"/>
                  <a:pt x="2609856" y="5519488"/>
                </a:cubicBezTo>
                <a:cubicBezTo>
                  <a:pt x="2610786" y="5518484"/>
                  <a:pt x="2611419" y="5517163"/>
                  <a:pt x="2611754" y="5515526"/>
                </a:cubicBezTo>
                <a:cubicBezTo>
                  <a:pt x="2612089" y="5513889"/>
                  <a:pt x="2612256" y="5511880"/>
                  <a:pt x="2612256" y="5509498"/>
                </a:cubicBezTo>
                <a:cubicBezTo>
                  <a:pt x="2612256" y="5506968"/>
                  <a:pt x="2612089" y="5504866"/>
                  <a:pt x="2611754" y="5503192"/>
                </a:cubicBezTo>
                <a:cubicBezTo>
                  <a:pt x="2611419" y="5501517"/>
                  <a:pt x="2610786" y="5500178"/>
                  <a:pt x="2609856" y="5499173"/>
                </a:cubicBezTo>
                <a:cubicBezTo>
                  <a:pt x="2608926" y="5498169"/>
                  <a:pt x="2607716" y="5497462"/>
                  <a:pt x="2606228" y="5497053"/>
                </a:cubicBezTo>
                <a:cubicBezTo>
                  <a:pt x="2604740" y="5496643"/>
                  <a:pt x="2602843" y="5496439"/>
                  <a:pt x="2600536" y="5496439"/>
                </a:cubicBezTo>
                <a:close/>
                <a:moveTo>
                  <a:pt x="4277122" y="5492755"/>
                </a:moveTo>
                <a:cubicBezTo>
                  <a:pt x="4275410" y="5492755"/>
                  <a:pt x="4274089" y="5493295"/>
                  <a:pt x="4273159" y="5494374"/>
                </a:cubicBezTo>
                <a:cubicBezTo>
                  <a:pt x="4272229" y="5495453"/>
                  <a:pt x="4271689" y="5497108"/>
                  <a:pt x="4271541" y="5499341"/>
                </a:cubicBezTo>
                <a:cubicBezTo>
                  <a:pt x="4270424" y="5510205"/>
                  <a:pt x="4269234" y="5519823"/>
                  <a:pt x="4267969" y="5528195"/>
                </a:cubicBezTo>
                <a:cubicBezTo>
                  <a:pt x="4266704" y="5536566"/>
                  <a:pt x="4265364" y="5543878"/>
                  <a:pt x="4263950" y="5550128"/>
                </a:cubicBezTo>
                <a:cubicBezTo>
                  <a:pt x="4262536" y="5556379"/>
                  <a:pt x="4260974" y="5561644"/>
                  <a:pt x="4259262" y="5565923"/>
                </a:cubicBezTo>
                <a:cubicBezTo>
                  <a:pt x="4257551" y="5570202"/>
                  <a:pt x="4255728" y="5573662"/>
                  <a:pt x="4253793" y="5576304"/>
                </a:cubicBezTo>
                <a:cubicBezTo>
                  <a:pt x="4251858" y="5578945"/>
                  <a:pt x="4249774" y="5580843"/>
                  <a:pt x="4247542" y="5581996"/>
                </a:cubicBezTo>
                <a:cubicBezTo>
                  <a:pt x="4245310" y="5583150"/>
                  <a:pt x="4242966" y="5583726"/>
                  <a:pt x="4240510" y="5583726"/>
                </a:cubicBezTo>
                <a:cubicBezTo>
                  <a:pt x="4239915" y="5583726"/>
                  <a:pt x="4239412" y="5583838"/>
                  <a:pt x="4239003" y="5584061"/>
                </a:cubicBezTo>
                <a:cubicBezTo>
                  <a:pt x="4238594" y="5584284"/>
                  <a:pt x="4238259" y="5584731"/>
                  <a:pt x="4237998" y="5585401"/>
                </a:cubicBezTo>
                <a:cubicBezTo>
                  <a:pt x="4237738" y="5586070"/>
                  <a:pt x="4237552" y="5586963"/>
                  <a:pt x="4237440" y="5588080"/>
                </a:cubicBezTo>
                <a:cubicBezTo>
                  <a:pt x="4237329" y="5589196"/>
                  <a:pt x="4237273" y="5590647"/>
                  <a:pt x="4237273" y="5592433"/>
                </a:cubicBezTo>
                <a:cubicBezTo>
                  <a:pt x="4237273" y="5594144"/>
                  <a:pt x="4237347" y="5595540"/>
                  <a:pt x="4237496" y="5596619"/>
                </a:cubicBezTo>
                <a:cubicBezTo>
                  <a:pt x="4237645" y="5597698"/>
                  <a:pt x="4237868" y="5598535"/>
                  <a:pt x="4238166" y="5599130"/>
                </a:cubicBezTo>
                <a:cubicBezTo>
                  <a:pt x="4238463" y="5599725"/>
                  <a:pt x="4238854" y="5600135"/>
                  <a:pt x="4239338" y="5600358"/>
                </a:cubicBezTo>
                <a:cubicBezTo>
                  <a:pt x="4239822" y="5600581"/>
                  <a:pt x="4240398" y="5600693"/>
                  <a:pt x="4241068" y="5600693"/>
                </a:cubicBezTo>
                <a:cubicBezTo>
                  <a:pt x="4245161" y="5600693"/>
                  <a:pt x="4249012" y="5600060"/>
                  <a:pt x="4252621" y="5598795"/>
                </a:cubicBezTo>
                <a:cubicBezTo>
                  <a:pt x="4256230" y="5597530"/>
                  <a:pt x="4259578" y="5595465"/>
                  <a:pt x="4262667" y="5592600"/>
                </a:cubicBezTo>
                <a:cubicBezTo>
                  <a:pt x="4265755" y="5589735"/>
                  <a:pt x="4268601" y="5585959"/>
                  <a:pt x="4271206" y="5581271"/>
                </a:cubicBezTo>
                <a:cubicBezTo>
                  <a:pt x="4273810" y="5576583"/>
                  <a:pt x="4276154" y="5570816"/>
                  <a:pt x="4278238" y="5563969"/>
                </a:cubicBezTo>
                <a:cubicBezTo>
                  <a:pt x="4280321" y="5557123"/>
                  <a:pt x="4282200" y="5549087"/>
                  <a:pt x="4283875" y="5539859"/>
                </a:cubicBezTo>
                <a:cubicBezTo>
                  <a:pt x="4285549" y="5530632"/>
                  <a:pt x="4286981" y="5520102"/>
                  <a:pt x="4288172" y="5508271"/>
                </a:cubicBezTo>
                <a:lnTo>
                  <a:pt x="4315854" y="5508271"/>
                </a:lnTo>
                <a:lnTo>
                  <a:pt x="4315854" y="5596005"/>
                </a:lnTo>
                <a:cubicBezTo>
                  <a:pt x="4315854" y="5596600"/>
                  <a:pt x="4316003" y="5597102"/>
                  <a:pt x="4316301" y="5597512"/>
                </a:cubicBezTo>
                <a:cubicBezTo>
                  <a:pt x="4316598" y="5597921"/>
                  <a:pt x="4317101" y="5598274"/>
                  <a:pt x="4317807" y="5598572"/>
                </a:cubicBezTo>
                <a:cubicBezTo>
                  <a:pt x="4318514" y="5598870"/>
                  <a:pt x="4319463" y="5599093"/>
                  <a:pt x="4320654" y="5599242"/>
                </a:cubicBezTo>
                <a:cubicBezTo>
                  <a:pt x="4321844" y="5599391"/>
                  <a:pt x="4323370" y="5599465"/>
                  <a:pt x="4325230" y="5599465"/>
                </a:cubicBezTo>
                <a:cubicBezTo>
                  <a:pt x="4327016" y="5599465"/>
                  <a:pt x="4328504" y="5599391"/>
                  <a:pt x="4329695" y="5599242"/>
                </a:cubicBezTo>
                <a:cubicBezTo>
                  <a:pt x="4330886" y="5599093"/>
                  <a:pt x="4331816" y="5598870"/>
                  <a:pt x="4332486" y="5598572"/>
                </a:cubicBezTo>
                <a:cubicBezTo>
                  <a:pt x="4333155" y="5598274"/>
                  <a:pt x="4333639" y="5597921"/>
                  <a:pt x="4333937" y="5597512"/>
                </a:cubicBezTo>
                <a:cubicBezTo>
                  <a:pt x="4334234" y="5597102"/>
                  <a:pt x="4334383" y="5596600"/>
                  <a:pt x="4334383" y="5596005"/>
                </a:cubicBezTo>
                <a:lnTo>
                  <a:pt x="4334383" y="5499341"/>
                </a:lnTo>
                <a:cubicBezTo>
                  <a:pt x="4334383" y="5497108"/>
                  <a:pt x="4333881" y="5495453"/>
                  <a:pt x="4332876" y="5494374"/>
                </a:cubicBezTo>
                <a:cubicBezTo>
                  <a:pt x="4331872" y="5493295"/>
                  <a:pt x="4330476" y="5492755"/>
                  <a:pt x="4328691" y="5492755"/>
                </a:cubicBezTo>
                <a:close/>
                <a:moveTo>
                  <a:pt x="3238897" y="5492755"/>
                </a:moveTo>
                <a:cubicBezTo>
                  <a:pt x="3237185" y="5492755"/>
                  <a:pt x="3235864" y="5493295"/>
                  <a:pt x="3234934" y="5494374"/>
                </a:cubicBezTo>
                <a:cubicBezTo>
                  <a:pt x="3234004" y="5495453"/>
                  <a:pt x="3233464" y="5497108"/>
                  <a:pt x="3233316" y="5499341"/>
                </a:cubicBezTo>
                <a:cubicBezTo>
                  <a:pt x="3232199" y="5510205"/>
                  <a:pt x="3231009" y="5519823"/>
                  <a:pt x="3229744" y="5528195"/>
                </a:cubicBezTo>
                <a:cubicBezTo>
                  <a:pt x="3228479" y="5536566"/>
                  <a:pt x="3227139" y="5543878"/>
                  <a:pt x="3225725" y="5550128"/>
                </a:cubicBezTo>
                <a:cubicBezTo>
                  <a:pt x="3224312" y="5556379"/>
                  <a:pt x="3222749" y="5561644"/>
                  <a:pt x="3221037" y="5565923"/>
                </a:cubicBezTo>
                <a:cubicBezTo>
                  <a:pt x="3219326" y="5570202"/>
                  <a:pt x="3217503" y="5573662"/>
                  <a:pt x="3215568" y="5576304"/>
                </a:cubicBezTo>
                <a:cubicBezTo>
                  <a:pt x="3213633" y="5578945"/>
                  <a:pt x="3211550" y="5580843"/>
                  <a:pt x="3209317" y="5581996"/>
                </a:cubicBezTo>
                <a:cubicBezTo>
                  <a:pt x="3207085" y="5583150"/>
                  <a:pt x="3204741" y="5583726"/>
                  <a:pt x="3202285" y="5583726"/>
                </a:cubicBezTo>
                <a:cubicBezTo>
                  <a:pt x="3201690" y="5583726"/>
                  <a:pt x="3201187" y="5583838"/>
                  <a:pt x="3200778" y="5584061"/>
                </a:cubicBezTo>
                <a:cubicBezTo>
                  <a:pt x="3200369" y="5584284"/>
                  <a:pt x="3200034" y="5584731"/>
                  <a:pt x="3199774" y="5585401"/>
                </a:cubicBezTo>
                <a:cubicBezTo>
                  <a:pt x="3199513" y="5586070"/>
                  <a:pt x="3199327" y="5586963"/>
                  <a:pt x="3199215" y="5588080"/>
                </a:cubicBezTo>
                <a:cubicBezTo>
                  <a:pt x="3199104" y="5589196"/>
                  <a:pt x="3199048" y="5590647"/>
                  <a:pt x="3199048" y="5592433"/>
                </a:cubicBezTo>
                <a:cubicBezTo>
                  <a:pt x="3199048" y="5594144"/>
                  <a:pt x="3199123" y="5595540"/>
                  <a:pt x="3199271" y="5596619"/>
                </a:cubicBezTo>
                <a:cubicBezTo>
                  <a:pt x="3199420" y="5597698"/>
                  <a:pt x="3199643" y="5598535"/>
                  <a:pt x="3199941" y="5599130"/>
                </a:cubicBezTo>
                <a:cubicBezTo>
                  <a:pt x="3200239" y="5599725"/>
                  <a:pt x="3200629" y="5600135"/>
                  <a:pt x="3201113" y="5600358"/>
                </a:cubicBezTo>
                <a:cubicBezTo>
                  <a:pt x="3201597" y="5600581"/>
                  <a:pt x="3202173" y="5600693"/>
                  <a:pt x="3202843" y="5600693"/>
                </a:cubicBezTo>
                <a:cubicBezTo>
                  <a:pt x="3206936" y="5600693"/>
                  <a:pt x="3210787" y="5600060"/>
                  <a:pt x="3214396" y="5598795"/>
                </a:cubicBezTo>
                <a:cubicBezTo>
                  <a:pt x="3218005" y="5597530"/>
                  <a:pt x="3221353" y="5595465"/>
                  <a:pt x="3224442" y="5592600"/>
                </a:cubicBezTo>
                <a:cubicBezTo>
                  <a:pt x="3227530" y="5589735"/>
                  <a:pt x="3230376" y="5585959"/>
                  <a:pt x="3232981" y="5581271"/>
                </a:cubicBezTo>
                <a:cubicBezTo>
                  <a:pt x="3235585" y="5576583"/>
                  <a:pt x="3237929" y="5570816"/>
                  <a:pt x="3240013" y="5563969"/>
                </a:cubicBezTo>
                <a:cubicBezTo>
                  <a:pt x="3242096" y="5557123"/>
                  <a:pt x="3243975" y="5549087"/>
                  <a:pt x="3245650" y="5539859"/>
                </a:cubicBezTo>
                <a:cubicBezTo>
                  <a:pt x="3247324" y="5530632"/>
                  <a:pt x="3248757" y="5520102"/>
                  <a:pt x="3249947" y="5508271"/>
                </a:cubicBezTo>
                <a:lnTo>
                  <a:pt x="3277629" y="5508271"/>
                </a:lnTo>
                <a:lnTo>
                  <a:pt x="3277629" y="5596005"/>
                </a:lnTo>
                <a:cubicBezTo>
                  <a:pt x="3277629" y="5596600"/>
                  <a:pt x="3277778" y="5597102"/>
                  <a:pt x="3278076" y="5597512"/>
                </a:cubicBezTo>
                <a:cubicBezTo>
                  <a:pt x="3278373" y="5597921"/>
                  <a:pt x="3278876" y="5598274"/>
                  <a:pt x="3279583" y="5598572"/>
                </a:cubicBezTo>
                <a:cubicBezTo>
                  <a:pt x="3280290" y="5598870"/>
                  <a:pt x="3281238" y="5599093"/>
                  <a:pt x="3282429" y="5599242"/>
                </a:cubicBezTo>
                <a:cubicBezTo>
                  <a:pt x="3283619" y="5599391"/>
                  <a:pt x="3285145" y="5599465"/>
                  <a:pt x="3287006" y="5599465"/>
                </a:cubicBezTo>
                <a:cubicBezTo>
                  <a:pt x="3288791" y="5599465"/>
                  <a:pt x="3290279" y="5599391"/>
                  <a:pt x="3291470" y="5599242"/>
                </a:cubicBezTo>
                <a:cubicBezTo>
                  <a:pt x="3292661" y="5599093"/>
                  <a:pt x="3293591" y="5598870"/>
                  <a:pt x="3294261" y="5598572"/>
                </a:cubicBezTo>
                <a:cubicBezTo>
                  <a:pt x="3294930" y="5598274"/>
                  <a:pt x="3295414" y="5597921"/>
                  <a:pt x="3295712" y="5597512"/>
                </a:cubicBezTo>
                <a:cubicBezTo>
                  <a:pt x="3296009" y="5597102"/>
                  <a:pt x="3296158" y="5596600"/>
                  <a:pt x="3296158" y="5596005"/>
                </a:cubicBezTo>
                <a:lnTo>
                  <a:pt x="3296158" y="5499341"/>
                </a:lnTo>
                <a:cubicBezTo>
                  <a:pt x="3296158" y="5497108"/>
                  <a:pt x="3295656" y="5495453"/>
                  <a:pt x="3294652" y="5494374"/>
                </a:cubicBezTo>
                <a:cubicBezTo>
                  <a:pt x="3293647" y="5493295"/>
                  <a:pt x="3292251" y="5492755"/>
                  <a:pt x="3290466" y="5492755"/>
                </a:cubicBezTo>
                <a:close/>
                <a:moveTo>
                  <a:pt x="1086247" y="5492755"/>
                </a:moveTo>
                <a:cubicBezTo>
                  <a:pt x="1084535" y="5492755"/>
                  <a:pt x="1083214" y="5493295"/>
                  <a:pt x="1082284" y="5494374"/>
                </a:cubicBezTo>
                <a:cubicBezTo>
                  <a:pt x="1081354" y="5495453"/>
                  <a:pt x="1080814" y="5497108"/>
                  <a:pt x="1080666" y="5499341"/>
                </a:cubicBezTo>
                <a:cubicBezTo>
                  <a:pt x="1079549" y="5510205"/>
                  <a:pt x="1078359" y="5519823"/>
                  <a:pt x="1077094" y="5528195"/>
                </a:cubicBezTo>
                <a:cubicBezTo>
                  <a:pt x="1075829" y="5536566"/>
                  <a:pt x="1074489" y="5543878"/>
                  <a:pt x="1073075" y="5550128"/>
                </a:cubicBezTo>
                <a:cubicBezTo>
                  <a:pt x="1071661" y="5556379"/>
                  <a:pt x="1070099" y="5561644"/>
                  <a:pt x="1068387" y="5565923"/>
                </a:cubicBezTo>
                <a:cubicBezTo>
                  <a:pt x="1066676" y="5570202"/>
                  <a:pt x="1064853" y="5573662"/>
                  <a:pt x="1062918" y="5576304"/>
                </a:cubicBezTo>
                <a:cubicBezTo>
                  <a:pt x="1060983" y="5578945"/>
                  <a:pt x="1058899" y="5580843"/>
                  <a:pt x="1056667" y="5581996"/>
                </a:cubicBezTo>
                <a:cubicBezTo>
                  <a:pt x="1054435" y="5583150"/>
                  <a:pt x="1052091" y="5583726"/>
                  <a:pt x="1049635" y="5583726"/>
                </a:cubicBezTo>
                <a:cubicBezTo>
                  <a:pt x="1049040" y="5583726"/>
                  <a:pt x="1048537" y="5583838"/>
                  <a:pt x="1048128" y="5584061"/>
                </a:cubicBezTo>
                <a:cubicBezTo>
                  <a:pt x="1047719" y="5584284"/>
                  <a:pt x="1047384" y="5584731"/>
                  <a:pt x="1047123" y="5585401"/>
                </a:cubicBezTo>
                <a:cubicBezTo>
                  <a:pt x="1046863" y="5586070"/>
                  <a:pt x="1046677" y="5586963"/>
                  <a:pt x="1046565" y="5588080"/>
                </a:cubicBezTo>
                <a:cubicBezTo>
                  <a:pt x="1046454" y="5589196"/>
                  <a:pt x="1046398" y="5590647"/>
                  <a:pt x="1046398" y="5592433"/>
                </a:cubicBezTo>
                <a:cubicBezTo>
                  <a:pt x="1046398" y="5594144"/>
                  <a:pt x="1046472" y="5595540"/>
                  <a:pt x="1046621" y="5596619"/>
                </a:cubicBezTo>
                <a:cubicBezTo>
                  <a:pt x="1046770" y="5597698"/>
                  <a:pt x="1046993" y="5598535"/>
                  <a:pt x="1047291" y="5599130"/>
                </a:cubicBezTo>
                <a:cubicBezTo>
                  <a:pt x="1047589" y="5599725"/>
                  <a:pt x="1047979" y="5600135"/>
                  <a:pt x="1048463" y="5600358"/>
                </a:cubicBezTo>
                <a:cubicBezTo>
                  <a:pt x="1048947" y="5600581"/>
                  <a:pt x="1049523" y="5600693"/>
                  <a:pt x="1050193" y="5600693"/>
                </a:cubicBezTo>
                <a:cubicBezTo>
                  <a:pt x="1054286" y="5600693"/>
                  <a:pt x="1058137" y="5600060"/>
                  <a:pt x="1061746" y="5598795"/>
                </a:cubicBezTo>
                <a:cubicBezTo>
                  <a:pt x="1065355" y="5597530"/>
                  <a:pt x="1068703" y="5595465"/>
                  <a:pt x="1071792" y="5592600"/>
                </a:cubicBezTo>
                <a:cubicBezTo>
                  <a:pt x="1074880" y="5589735"/>
                  <a:pt x="1077726" y="5585959"/>
                  <a:pt x="1080331" y="5581271"/>
                </a:cubicBezTo>
                <a:cubicBezTo>
                  <a:pt x="1082935" y="5576583"/>
                  <a:pt x="1085279" y="5570816"/>
                  <a:pt x="1087363" y="5563969"/>
                </a:cubicBezTo>
                <a:cubicBezTo>
                  <a:pt x="1089446" y="5557123"/>
                  <a:pt x="1091325" y="5549087"/>
                  <a:pt x="1093000" y="5539859"/>
                </a:cubicBezTo>
                <a:cubicBezTo>
                  <a:pt x="1094674" y="5530632"/>
                  <a:pt x="1096106" y="5520102"/>
                  <a:pt x="1097297" y="5508271"/>
                </a:cubicBezTo>
                <a:lnTo>
                  <a:pt x="1124979" y="5508271"/>
                </a:lnTo>
                <a:lnTo>
                  <a:pt x="1124979" y="5596005"/>
                </a:lnTo>
                <a:cubicBezTo>
                  <a:pt x="1124979" y="5596600"/>
                  <a:pt x="1125128" y="5597102"/>
                  <a:pt x="1125426" y="5597512"/>
                </a:cubicBezTo>
                <a:cubicBezTo>
                  <a:pt x="1125723" y="5597921"/>
                  <a:pt x="1126226" y="5598274"/>
                  <a:pt x="1126932" y="5598572"/>
                </a:cubicBezTo>
                <a:cubicBezTo>
                  <a:pt x="1127639" y="5598870"/>
                  <a:pt x="1128588" y="5599093"/>
                  <a:pt x="1129779" y="5599242"/>
                </a:cubicBezTo>
                <a:cubicBezTo>
                  <a:pt x="1130969" y="5599391"/>
                  <a:pt x="1132495" y="5599465"/>
                  <a:pt x="1134355" y="5599465"/>
                </a:cubicBezTo>
                <a:cubicBezTo>
                  <a:pt x="1136141" y="5599465"/>
                  <a:pt x="1137630" y="5599391"/>
                  <a:pt x="1138820" y="5599242"/>
                </a:cubicBezTo>
                <a:cubicBezTo>
                  <a:pt x="1140011" y="5599093"/>
                  <a:pt x="1140941" y="5598870"/>
                  <a:pt x="1141611" y="5598572"/>
                </a:cubicBezTo>
                <a:cubicBezTo>
                  <a:pt x="1142280" y="5598274"/>
                  <a:pt x="1142764" y="5597921"/>
                  <a:pt x="1143062" y="5597512"/>
                </a:cubicBezTo>
                <a:cubicBezTo>
                  <a:pt x="1143359" y="5597102"/>
                  <a:pt x="1143508" y="5596600"/>
                  <a:pt x="1143508" y="5596005"/>
                </a:cubicBezTo>
                <a:lnTo>
                  <a:pt x="1143508" y="5499341"/>
                </a:lnTo>
                <a:cubicBezTo>
                  <a:pt x="1143508" y="5497108"/>
                  <a:pt x="1143006" y="5495453"/>
                  <a:pt x="1142001" y="5494374"/>
                </a:cubicBezTo>
                <a:cubicBezTo>
                  <a:pt x="1140997" y="5493295"/>
                  <a:pt x="1139601" y="5492755"/>
                  <a:pt x="1137816" y="5492755"/>
                </a:cubicBezTo>
                <a:close/>
                <a:moveTo>
                  <a:pt x="2445847" y="5492644"/>
                </a:moveTo>
                <a:cubicBezTo>
                  <a:pt x="2443243" y="5492644"/>
                  <a:pt x="2441289" y="5493257"/>
                  <a:pt x="2439987" y="5494485"/>
                </a:cubicBezTo>
                <a:cubicBezTo>
                  <a:pt x="2438685" y="5495713"/>
                  <a:pt x="2437848" y="5497518"/>
                  <a:pt x="2437476" y="5499899"/>
                </a:cubicBezTo>
                <a:lnTo>
                  <a:pt x="2426425" y="5595000"/>
                </a:lnTo>
                <a:cubicBezTo>
                  <a:pt x="2426277" y="5595819"/>
                  <a:pt x="2426277" y="5596507"/>
                  <a:pt x="2426425" y="5597065"/>
                </a:cubicBezTo>
                <a:cubicBezTo>
                  <a:pt x="2426574" y="5597623"/>
                  <a:pt x="2426928" y="5598088"/>
                  <a:pt x="2427486" y="5598460"/>
                </a:cubicBezTo>
                <a:cubicBezTo>
                  <a:pt x="2428044" y="5598832"/>
                  <a:pt x="2428862" y="5599093"/>
                  <a:pt x="2429941" y="5599242"/>
                </a:cubicBezTo>
                <a:cubicBezTo>
                  <a:pt x="2431021" y="5599391"/>
                  <a:pt x="2432490" y="5599465"/>
                  <a:pt x="2434351" y="5599465"/>
                </a:cubicBezTo>
                <a:cubicBezTo>
                  <a:pt x="2436285" y="5599465"/>
                  <a:pt x="2437848" y="5599409"/>
                  <a:pt x="2439039" y="5599298"/>
                </a:cubicBezTo>
                <a:cubicBezTo>
                  <a:pt x="2440229" y="5599186"/>
                  <a:pt x="2441196" y="5599000"/>
                  <a:pt x="2441941" y="5598739"/>
                </a:cubicBezTo>
                <a:cubicBezTo>
                  <a:pt x="2442685" y="5598479"/>
                  <a:pt x="2443187" y="5598070"/>
                  <a:pt x="2443448" y="5597512"/>
                </a:cubicBezTo>
                <a:cubicBezTo>
                  <a:pt x="2443708" y="5596953"/>
                  <a:pt x="2443875" y="5596228"/>
                  <a:pt x="2443950" y="5595335"/>
                </a:cubicBezTo>
                <a:lnTo>
                  <a:pt x="2450871" y="5537739"/>
                </a:lnTo>
                <a:cubicBezTo>
                  <a:pt x="2451019" y="5535655"/>
                  <a:pt x="2451224" y="5533422"/>
                  <a:pt x="2451484" y="5531041"/>
                </a:cubicBezTo>
                <a:cubicBezTo>
                  <a:pt x="2451745" y="5528660"/>
                  <a:pt x="2452005" y="5526242"/>
                  <a:pt x="2452266" y="5523786"/>
                </a:cubicBezTo>
                <a:cubicBezTo>
                  <a:pt x="2452526" y="5521330"/>
                  <a:pt x="2452768" y="5518875"/>
                  <a:pt x="2452991" y="5516419"/>
                </a:cubicBezTo>
                <a:cubicBezTo>
                  <a:pt x="2453214" y="5513963"/>
                  <a:pt x="2453438" y="5511656"/>
                  <a:pt x="2453661" y="5509498"/>
                </a:cubicBezTo>
                <a:lnTo>
                  <a:pt x="2453772" y="5506931"/>
                </a:lnTo>
                <a:cubicBezTo>
                  <a:pt x="2454294" y="5509089"/>
                  <a:pt x="2454926" y="5511396"/>
                  <a:pt x="2455670" y="5513852"/>
                </a:cubicBezTo>
                <a:cubicBezTo>
                  <a:pt x="2456414" y="5516307"/>
                  <a:pt x="2457177" y="5518782"/>
                  <a:pt x="2457958" y="5521274"/>
                </a:cubicBezTo>
                <a:cubicBezTo>
                  <a:pt x="2458740" y="5523767"/>
                  <a:pt x="2459521" y="5526204"/>
                  <a:pt x="2460302" y="5528586"/>
                </a:cubicBezTo>
                <a:cubicBezTo>
                  <a:pt x="2461084" y="5530967"/>
                  <a:pt x="2461846" y="5533199"/>
                  <a:pt x="2462590" y="5535283"/>
                </a:cubicBezTo>
                <a:lnTo>
                  <a:pt x="2482906" y="5594888"/>
                </a:lnTo>
                <a:cubicBezTo>
                  <a:pt x="2483203" y="5595781"/>
                  <a:pt x="2483575" y="5596526"/>
                  <a:pt x="2484022" y="5597121"/>
                </a:cubicBezTo>
                <a:cubicBezTo>
                  <a:pt x="2484468" y="5597716"/>
                  <a:pt x="2485045" y="5598181"/>
                  <a:pt x="2485752" y="5598516"/>
                </a:cubicBezTo>
                <a:cubicBezTo>
                  <a:pt x="2486459" y="5598851"/>
                  <a:pt x="2487333" y="5599093"/>
                  <a:pt x="2488375" y="5599242"/>
                </a:cubicBezTo>
                <a:cubicBezTo>
                  <a:pt x="2489417" y="5599391"/>
                  <a:pt x="2490719" y="5599465"/>
                  <a:pt x="2492282" y="5599465"/>
                </a:cubicBezTo>
                <a:cubicBezTo>
                  <a:pt x="2493844" y="5599465"/>
                  <a:pt x="2495165" y="5599391"/>
                  <a:pt x="2496244" y="5599242"/>
                </a:cubicBezTo>
                <a:cubicBezTo>
                  <a:pt x="2497323" y="5599093"/>
                  <a:pt x="2498216" y="5598832"/>
                  <a:pt x="2498923" y="5598460"/>
                </a:cubicBezTo>
                <a:cubicBezTo>
                  <a:pt x="2499630" y="5598088"/>
                  <a:pt x="2500188" y="5597605"/>
                  <a:pt x="2500598" y="5597009"/>
                </a:cubicBezTo>
                <a:cubicBezTo>
                  <a:pt x="2501007" y="5596414"/>
                  <a:pt x="2501360" y="5595670"/>
                  <a:pt x="2501658" y="5594777"/>
                </a:cubicBezTo>
                <a:lnTo>
                  <a:pt x="2522754" y="5535283"/>
                </a:lnTo>
                <a:cubicBezTo>
                  <a:pt x="2523424" y="5533125"/>
                  <a:pt x="2524150" y="5530818"/>
                  <a:pt x="2524931" y="5528362"/>
                </a:cubicBezTo>
                <a:cubicBezTo>
                  <a:pt x="2525712" y="5525907"/>
                  <a:pt x="2526531" y="5523451"/>
                  <a:pt x="2527387" y="5520995"/>
                </a:cubicBezTo>
                <a:cubicBezTo>
                  <a:pt x="2528243" y="5518540"/>
                  <a:pt x="2529042" y="5516121"/>
                  <a:pt x="2529787" y="5513740"/>
                </a:cubicBezTo>
                <a:cubicBezTo>
                  <a:pt x="2530531" y="5511359"/>
                  <a:pt x="2531238" y="5509089"/>
                  <a:pt x="2531907" y="5506931"/>
                </a:cubicBezTo>
                <a:lnTo>
                  <a:pt x="2532019" y="5509498"/>
                </a:lnTo>
                <a:cubicBezTo>
                  <a:pt x="2532242" y="5511656"/>
                  <a:pt x="2532447" y="5513963"/>
                  <a:pt x="2532633" y="5516419"/>
                </a:cubicBezTo>
                <a:cubicBezTo>
                  <a:pt x="2532819" y="5518875"/>
                  <a:pt x="2533023" y="5521330"/>
                  <a:pt x="2533247" y="5523786"/>
                </a:cubicBezTo>
                <a:cubicBezTo>
                  <a:pt x="2533470" y="5526242"/>
                  <a:pt x="2533693" y="5528660"/>
                  <a:pt x="2533917" y="5531041"/>
                </a:cubicBezTo>
                <a:cubicBezTo>
                  <a:pt x="2534140" y="5533422"/>
                  <a:pt x="2534363" y="5535655"/>
                  <a:pt x="2534586" y="5537739"/>
                </a:cubicBezTo>
                <a:lnTo>
                  <a:pt x="2541842" y="5596340"/>
                </a:lnTo>
                <a:cubicBezTo>
                  <a:pt x="2541916" y="5597009"/>
                  <a:pt x="2542084" y="5597549"/>
                  <a:pt x="2542344" y="5597958"/>
                </a:cubicBezTo>
                <a:cubicBezTo>
                  <a:pt x="2542604" y="5598367"/>
                  <a:pt x="2543069" y="5598684"/>
                  <a:pt x="2543739" y="5598907"/>
                </a:cubicBezTo>
                <a:cubicBezTo>
                  <a:pt x="2544409" y="5599130"/>
                  <a:pt x="2545339" y="5599279"/>
                  <a:pt x="2546530" y="5599353"/>
                </a:cubicBezTo>
                <a:cubicBezTo>
                  <a:pt x="2547720" y="5599428"/>
                  <a:pt x="2549246" y="5599465"/>
                  <a:pt x="2551106" y="5599465"/>
                </a:cubicBezTo>
                <a:cubicBezTo>
                  <a:pt x="2554529" y="5599465"/>
                  <a:pt x="2556799" y="5599130"/>
                  <a:pt x="2557915" y="5598460"/>
                </a:cubicBezTo>
                <a:cubicBezTo>
                  <a:pt x="2559031" y="5597791"/>
                  <a:pt x="2559552" y="5596637"/>
                  <a:pt x="2559478" y="5595000"/>
                </a:cubicBezTo>
                <a:lnTo>
                  <a:pt x="2548316" y="5499676"/>
                </a:lnTo>
                <a:cubicBezTo>
                  <a:pt x="2548092" y="5497220"/>
                  <a:pt x="2547293" y="5495434"/>
                  <a:pt x="2545916" y="5494318"/>
                </a:cubicBezTo>
                <a:cubicBezTo>
                  <a:pt x="2544539" y="5493202"/>
                  <a:pt x="2542511" y="5492644"/>
                  <a:pt x="2539833" y="5492644"/>
                </a:cubicBezTo>
                <a:lnTo>
                  <a:pt x="2531126" y="5492644"/>
                </a:lnTo>
                <a:cubicBezTo>
                  <a:pt x="2529042" y="5492644"/>
                  <a:pt x="2527275" y="5492848"/>
                  <a:pt x="2525824" y="5493257"/>
                </a:cubicBezTo>
                <a:cubicBezTo>
                  <a:pt x="2524373" y="5493667"/>
                  <a:pt x="2523127" y="5494299"/>
                  <a:pt x="2522085" y="5495155"/>
                </a:cubicBezTo>
                <a:cubicBezTo>
                  <a:pt x="2521043" y="5496011"/>
                  <a:pt x="2520168" y="5497127"/>
                  <a:pt x="2519461" y="5498504"/>
                </a:cubicBezTo>
                <a:cubicBezTo>
                  <a:pt x="2518755" y="5499880"/>
                  <a:pt x="2518104" y="5501499"/>
                  <a:pt x="2517508" y="5503359"/>
                </a:cubicBezTo>
                <a:lnTo>
                  <a:pt x="2502662" y="5545887"/>
                </a:lnTo>
                <a:cubicBezTo>
                  <a:pt x="2501844" y="5548268"/>
                  <a:pt x="2501007" y="5550761"/>
                  <a:pt x="2500151" y="5553365"/>
                </a:cubicBezTo>
                <a:cubicBezTo>
                  <a:pt x="2499295" y="5555970"/>
                  <a:pt x="2498458" y="5558593"/>
                  <a:pt x="2497639" y="5561235"/>
                </a:cubicBezTo>
                <a:cubicBezTo>
                  <a:pt x="2496821" y="5563876"/>
                  <a:pt x="2496058" y="5566481"/>
                  <a:pt x="2495351" y="5569048"/>
                </a:cubicBezTo>
                <a:cubicBezTo>
                  <a:pt x="2494645" y="5571615"/>
                  <a:pt x="2493956" y="5574053"/>
                  <a:pt x="2493286" y="5576359"/>
                </a:cubicBezTo>
                <a:lnTo>
                  <a:pt x="2493063" y="5576359"/>
                </a:lnTo>
                <a:cubicBezTo>
                  <a:pt x="2492468" y="5574127"/>
                  <a:pt x="2491817" y="5571783"/>
                  <a:pt x="2491110" y="5569327"/>
                </a:cubicBezTo>
                <a:cubicBezTo>
                  <a:pt x="2490403" y="5566872"/>
                  <a:pt x="2489659" y="5564360"/>
                  <a:pt x="2488877" y="5561793"/>
                </a:cubicBezTo>
                <a:cubicBezTo>
                  <a:pt x="2488096" y="5559226"/>
                  <a:pt x="2487259" y="5556621"/>
                  <a:pt x="2486366" y="5553979"/>
                </a:cubicBezTo>
                <a:cubicBezTo>
                  <a:pt x="2485473" y="5551338"/>
                  <a:pt x="2484617" y="5548715"/>
                  <a:pt x="2483799" y="5546110"/>
                </a:cubicBezTo>
                <a:lnTo>
                  <a:pt x="2468953" y="5503359"/>
                </a:lnTo>
                <a:cubicBezTo>
                  <a:pt x="2468283" y="5501276"/>
                  <a:pt x="2467576" y="5499545"/>
                  <a:pt x="2466832" y="5498169"/>
                </a:cubicBezTo>
                <a:cubicBezTo>
                  <a:pt x="2466088" y="5496792"/>
                  <a:pt x="2465177" y="5495695"/>
                  <a:pt x="2464097" y="5494876"/>
                </a:cubicBezTo>
                <a:cubicBezTo>
                  <a:pt x="2463018" y="5494057"/>
                  <a:pt x="2461716" y="5493481"/>
                  <a:pt x="2460191" y="5493146"/>
                </a:cubicBezTo>
                <a:cubicBezTo>
                  <a:pt x="2458665" y="5492811"/>
                  <a:pt x="2456823" y="5492644"/>
                  <a:pt x="2454666" y="5492644"/>
                </a:cubicBezTo>
                <a:close/>
                <a:moveTo>
                  <a:pt x="2210904" y="5492644"/>
                </a:moveTo>
                <a:cubicBezTo>
                  <a:pt x="2210308" y="5492644"/>
                  <a:pt x="2209787" y="5492811"/>
                  <a:pt x="2209341" y="5493146"/>
                </a:cubicBezTo>
                <a:cubicBezTo>
                  <a:pt x="2208895" y="5493481"/>
                  <a:pt x="2208504" y="5494002"/>
                  <a:pt x="2208169" y="5494709"/>
                </a:cubicBezTo>
                <a:cubicBezTo>
                  <a:pt x="2207834" y="5495416"/>
                  <a:pt x="2207574" y="5496290"/>
                  <a:pt x="2207388" y="5497332"/>
                </a:cubicBezTo>
                <a:cubicBezTo>
                  <a:pt x="2207201" y="5498373"/>
                  <a:pt x="2207108" y="5499564"/>
                  <a:pt x="2207108" y="5500904"/>
                </a:cubicBezTo>
                <a:cubicBezTo>
                  <a:pt x="2207108" y="5502392"/>
                  <a:pt x="2207201" y="5503675"/>
                  <a:pt x="2207388" y="5504754"/>
                </a:cubicBezTo>
                <a:cubicBezTo>
                  <a:pt x="2207574" y="5505833"/>
                  <a:pt x="2207815" y="5506708"/>
                  <a:pt x="2208113" y="5507378"/>
                </a:cubicBezTo>
                <a:cubicBezTo>
                  <a:pt x="2208411" y="5508047"/>
                  <a:pt x="2208802" y="5508550"/>
                  <a:pt x="2209285" y="5508884"/>
                </a:cubicBezTo>
                <a:cubicBezTo>
                  <a:pt x="2209769" y="5509219"/>
                  <a:pt x="2210308" y="5509387"/>
                  <a:pt x="2210904" y="5509387"/>
                </a:cubicBezTo>
                <a:lnTo>
                  <a:pt x="2241041" y="5509387"/>
                </a:lnTo>
                <a:lnTo>
                  <a:pt x="2241041" y="5596005"/>
                </a:lnTo>
                <a:cubicBezTo>
                  <a:pt x="2241041" y="5596600"/>
                  <a:pt x="2241172" y="5597102"/>
                  <a:pt x="2241432" y="5597512"/>
                </a:cubicBezTo>
                <a:cubicBezTo>
                  <a:pt x="2241692" y="5597921"/>
                  <a:pt x="2242176" y="5598274"/>
                  <a:pt x="2242883" y="5598572"/>
                </a:cubicBezTo>
                <a:cubicBezTo>
                  <a:pt x="2243590" y="5598870"/>
                  <a:pt x="2244539" y="5599093"/>
                  <a:pt x="2245729" y="5599242"/>
                </a:cubicBezTo>
                <a:cubicBezTo>
                  <a:pt x="2246920" y="5599391"/>
                  <a:pt x="2248408" y="5599465"/>
                  <a:pt x="2250194" y="5599465"/>
                </a:cubicBezTo>
                <a:cubicBezTo>
                  <a:pt x="2252055" y="5599465"/>
                  <a:pt x="2253580" y="5599391"/>
                  <a:pt x="2254771" y="5599242"/>
                </a:cubicBezTo>
                <a:cubicBezTo>
                  <a:pt x="2255961" y="5599093"/>
                  <a:pt x="2256892" y="5598870"/>
                  <a:pt x="2257561" y="5598572"/>
                </a:cubicBezTo>
                <a:cubicBezTo>
                  <a:pt x="2258231" y="5598274"/>
                  <a:pt x="2258715" y="5597921"/>
                  <a:pt x="2259012" y="5597512"/>
                </a:cubicBezTo>
                <a:cubicBezTo>
                  <a:pt x="2259310" y="5597102"/>
                  <a:pt x="2259459" y="5596600"/>
                  <a:pt x="2259459" y="5596005"/>
                </a:cubicBezTo>
                <a:lnTo>
                  <a:pt x="2259459" y="5509387"/>
                </a:lnTo>
                <a:lnTo>
                  <a:pt x="2289596" y="5509387"/>
                </a:lnTo>
                <a:cubicBezTo>
                  <a:pt x="2290266" y="5509387"/>
                  <a:pt x="2290824" y="5509219"/>
                  <a:pt x="2291271" y="5508884"/>
                </a:cubicBezTo>
                <a:cubicBezTo>
                  <a:pt x="2291717" y="5508550"/>
                  <a:pt x="2292108" y="5508047"/>
                  <a:pt x="2292443" y="5507378"/>
                </a:cubicBezTo>
                <a:cubicBezTo>
                  <a:pt x="2292778" y="5506708"/>
                  <a:pt x="2293019" y="5505852"/>
                  <a:pt x="2293168" y="5504810"/>
                </a:cubicBezTo>
                <a:cubicBezTo>
                  <a:pt x="2293317" y="5503768"/>
                  <a:pt x="2293392" y="5502503"/>
                  <a:pt x="2293392" y="5501015"/>
                </a:cubicBezTo>
                <a:cubicBezTo>
                  <a:pt x="2293392" y="5499676"/>
                  <a:pt x="2293299" y="5498466"/>
                  <a:pt x="2293113" y="5497387"/>
                </a:cubicBezTo>
                <a:cubicBezTo>
                  <a:pt x="2292927" y="5496308"/>
                  <a:pt x="2292685" y="5495416"/>
                  <a:pt x="2292387" y="5494709"/>
                </a:cubicBezTo>
                <a:cubicBezTo>
                  <a:pt x="2292090" y="5494002"/>
                  <a:pt x="2291699" y="5493481"/>
                  <a:pt x="2291215" y="5493146"/>
                </a:cubicBezTo>
                <a:cubicBezTo>
                  <a:pt x="2290731" y="5492811"/>
                  <a:pt x="2290192" y="5492644"/>
                  <a:pt x="2289596" y="5492644"/>
                </a:cubicBezTo>
                <a:close/>
                <a:moveTo>
                  <a:pt x="1638213" y="5492644"/>
                </a:moveTo>
                <a:cubicBezTo>
                  <a:pt x="1636427" y="5492644"/>
                  <a:pt x="1635032" y="5493183"/>
                  <a:pt x="1634027" y="5494262"/>
                </a:cubicBezTo>
                <a:cubicBezTo>
                  <a:pt x="1633023" y="5495341"/>
                  <a:pt x="1632520" y="5496997"/>
                  <a:pt x="1632520" y="5499229"/>
                </a:cubicBezTo>
                <a:lnTo>
                  <a:pt x="1632520" y="5596005"/>
                </a:lnTo>
                <a:cubicBezTo>
                  <a:pt x="1632520" y="5596600"/>
                  <a:pt x="1632651" y="5597102"/>
                  <a:pt x="1632911" y="5597512"/>
                </a:cubicBezTo>
                <a:cubicBezTo>
                  <a:pt x="1633171" y="5597921"/>
                  <a:pt x="1633655" y="5598274"/>
                  <a:pt x="1634362" y="5598572"/>
                </a:cubicBezTo>
                <a:cubicBezTo>
                  <a:pt x="1635069" y="5598870"/>
                  <a:pt x="1636018" y="5599093"/>
                  <a:pt x="1637209" y="5599242"/>
                </a:cubicBezTo>
                <a:cubicBezTo>
                  <a:pt x="1638399" y="5599391"/>
                  <a:pt x="1639887" y="5599465"/>
                  <a:pt x="1641673" y="5599465"/>
                </a:cubicBezTo>
                <a:cubicBezTo>
                  <a:pt x="1643459" y="5599465"/>
                  <a:pt x="1644947" y="5599391"/>
                  <a:pt x="1646138" y="5599242"/>
                </a:cubicBezTo>
                <a:cubicBezTo>
                  <a:pt x="1647329" y="5599093"/>
                  <a:pt x="1648277" y="5598870"/>
                  <a:pt x="1648984" y="5598572"/>
                </a:cubicBezTo>
                <a:cubicBezTo>
                  <a:pt x="1649691" y="5598274"/>
                  <a:pt x="1650194" y="5597921"/>
                  <a:pt x="1650491" y="5597512"/>
                </a:cubicBezTo>
                <a:cubicBezTo>
                  <a:pt x="1650789" y="5597102"/>
                  <a:pt x="1650938" y="5596600"/>
                  <a:pt x="1650938" y="5596005"/>
                </a:cubicBezTo>
                <a:lnTo>
                  <a:pt x="1650938" y="5508271"/>
                </a:lnTo>
                <a:lnTo>
                  <a:pt x="1698823" y="5508271"/>
                </a:lnTo>
                <a:lnTo>
                  <a:pt x="1698823" y="5596005"/>
                </a:lnTo>
                <a:cubicBezTo>
                  <a:pt x="1698823" y="5596600"/>
                  <a:pt x="1698972" y="5597102"/>
                  <a:pt x="1699270" y="5597512"/>
                </a:cubicBezTo>
                <a:cubicBezTo>
                  <a:pt x="1699567" y="5597921"/>
                  <a:pt x="1700070" y="5598274"/>
                  <a:pt x="1700777" y="5598572"/>
                </a:cubicBezTo>
                <a:cubicBezTo>
                  <a:pt x="1701484" y="5598870"/>
                  <a:pt x="1702432" y="5599093"/>
                  <a:pt x="1703623" y="5599242"/>
                </a:cubicBezTo>
                <a:cubicBezTo>
                  <a:pt x="1704814" y="5599391"/>
                  <a:pt x="1706339" y="5599465"/>
                  <a:pt x="1708199" y="5599465"/>
                </a:cubicBezTo>
                <a:cubicBezTo>
                  <a:pt x="1709985" y="5599465"/>
                  <a:pt x="1711474" y="5599391"/>
                  <a:pt x="1712664" y="5599242"/>
                </a:cubicBezTo>
                <a:cubicBezTo>
                  <a:pt x="1713855" y="5599093"/>
                  <a:pt x="1714785" y="5598870"/>
                  <a:pt x="1715455" y="5598572"/>
                </a:cubicBezTo>
                <a:cubicBezTo>
                  <a:pt x="1716124" y="5598274"/>
                  <a:pt x="1716608" y="5597921"/>
                  <a:pt x="1716906" y="5597512"/>
                </a:cubicBezTo>
                <a:cubicBezTo>
                  <a:pt x="1717203" y="5597102"/>
                  <a:pt x="1717352" y="5596600"/>
                  <a:pt x="1717352" y="5596005"/>
                </a:cubicBezTo>
                <a:lnTo>
                  <a:pt x="1717352" y="5499229"/>
                </a:lnTo>
                <a:cubicBezTo>
                  <a:pt x="1717352" y="5496997"/>
                  <a:pt x="1716869" y="5495341"/>
                  <a:pt x="1715901" y="5494262"/>
                </a:cubicBezTo>
                <a:cubicBezTo>
                  <a:pt x="1714934" y="5493183"/>
                  <a:pt x="1713557" y="5492644"/>
                  <a:pt x="1711771" y="5492644"/>
                </a:cubicBezTo>
                <a:close/>
                <a:moveTo>
                  <a:pt x="1488529" y="5492644"/>
                </a:moveTo>
                <a:cubicBezTo>
                  <a:pt x="1487636" y="5492644"/>
                  <a:pt x="1486855" y="5492792"/>
                  <a:pt x="1486185" y="5493090"/>
                </a:cubicBezTo>
                <a:cubicBezTo>
                  <a:pt x="1485515" y="5493388"/>
                  <a:pt x="1484939" y="5493778"/>
                  <a:pt x="1484455" y="5494262"/>
                </a:cubicBezTo>
                <a:cubicBezTo>
                  <a:pt x="1483971" y="5494746"/>
                  <a:pt x="1483599" y="5495416"/>
                  <a:pt x="1483339" y="5496271"/>
                </a:cubicBezTo>
                <a:cubicBezTo>
                  <a:pt x="1483078" y="5497127"/>
                  <a:pt x="1482874" y="5498076"/>
                  <a:pt x="1482725" y="5499118"/>
                </a:cubicBezTo>
                <a:cubicBezTo>
                  <a:pt x="1481311" y="5511842"/>
                  <a:pt x="1479748" y="5522781"/>
                  <a:pt x="1478037" y="5531934"/>
                </a:cubicBezTo>
                <a:cubicBezTo>
                  <a:pt x="1476325" y="5541087"/>
                  <a:pt x="1474446" y="5548919"/>
                  <a:pt x="1472400" y="5555430"/>
                </a:cubicBezTo>
                <a:cubicBezTo>
                  <a:pt x="1470353" y="5561942"/>
                  <a:pt x="1468140" y="5567355"/>
                  <a:pt x="1465758" y="5571671"/>
                </a:cubicBezTo>
                <a:cubicBezTo>
                  <a:pt x="1463377" y="5575987"/>
                  <a:pt x="1460810" y="5579820"/>
                  <a:pt x="1458056" y="5583168"/>
                </a:cubicBezTo>
                <a:lnTo>
                  <a:pt x="1450913" y="5583168"/>
                </a:lnTo>
                <a:cubicBezTo>
                  <a:pt x="1449201" y="5583168"/>
                  <a:pt x="1448048" y="5583466"/>
                  <a:pt x="1447452" y="5584061"/>
                </a:cubicBezTo>
                <a:cubicBezTo>
                  <a:pt x="1446857" y="5584657"/>
                  <a:pt x="1446560" y="5585884"/>
                  <a:pt x="1446560" y="5587745"/>
                </a:cubicBezTo>
                <a:lnTo>
                  <a:pt x="1446560" y="5632505"/>
                </a:lnTo>
                <a:cubicBezTo>
                  <a:pt x="1446560" y="5633026"/>
                  <a:pt x="1446690" y="5633454"/>
                  <a:pt x="1446950" y="5633788"/>
                </a:cubicBezTo>
                <a:cubicBezTo>
                  <a:pt x="1447211" y="5634123"/>
                  <a:pt x="1447657" y="5634402"/>
                  <a:pt x="1448290" y="5634626"/>
                </a:cubicBezTo>
                <a:cubicBezTo>
                  <a:pt x="1448922" y="5634849"/>
                  <a:pt x="1449741" y="5635035"/>
                  <a:pt x="1450745" y="5635184"/>
                </a:cubicBezTo>
                <a:cubicBezTo>
                  <a:pt x="1451750" y="5635333"/>
                  <a:pt x="1453034" y="5635407"/>
                  <a:pt x="1454596" y="5635407"/>
                </a:cubicBezTo>
                <a:cubicBezTo>
                  <a:pt x="1456010" y="5635407"/>
                  <a:pt x="1457201" y="5635333"/>
                  <a:pt x="1458168" y="5635184"/>
                </a:cubicBezTo>
                <a:cubicBezTo>
                  <a:pt x="1459136" y="5635035"/>
                  <a:pt x="1459935" y="5634849"/>
                  <a:pt x="1460568" y="5634626"/>
                </a:cubicBezTo>
                <a:cubicBezTo>
                  <a:pt x="1461200" y="5634402"/>
                  <a:pt x="1461628" y="5634123"/>
                  <a:pt x="1461852" y="5633788"/>
                </a:cubicBezTo>
                <a:cubicBezTo>
                  <a:pt x="1462075" y="5633454"/>
                  <a:pt x="1462186" y="5633026"/>
                  <a:pt x="1462186" y="5632505"/>
                </a:cubicBezTo>
                <a:lnTo>
                  <a:pt x="1462186" y="5598795"/>
                </a:lnTo>
                <a:lnTo>
                  <a:pt x="1552711" y="5598795"/>
                </a:lnTo>
                <a:lnTo>
                  <a:pt x="1552711" y="5632505"/>
                </a:lnTo>
                <a:cubicBezTo>
                  <a:pt x="1552711" y="5633026"/>
                  <a:pt x="1552841" y="5633454"/>
                  <a:pt x="1553102" y="5633788"/>
                </a:cubicBezTo>
                <a:cubicBezTo>
                  <a:pt x="1553362" y="5634123"/>
                  <a:pt x="1553809" y="5634402"/>
                  <a:pt x="1554441" y="5634626"/>
                </a:cubicBezTo>
                <a:cubicBezTo>
                  <a:pt x="1555074" y="5634849"/>
                  <a:pt x="1555874" y="5635035"/>
                  <a:pt x="1556841" y="5635184"/>
                </a:cubicBezTo>
                <a:cubicBezTo>
                  <a:pt x="1557809" y="5635333"/>
                  <a:pt x="1559036" y="5635407"/>
                  <a:pt x="1560525" y="5635407"/>
                </a:cubicBezTo>
                <a:cubicBezTo>
                  <a:pt x="1561939" y="5635407"/>
                  <a:pt x="1563166" y="5635333"/>
                  <a:pt x="1564208" y="5635184"/>
                </a:cubicBezTo>
                <a:cubicBezTo>
                  <a:pt x="1565250" y="5635035"/>
                  <a:pt x="1566087" y="5634849"/>
                  <a:pt x="1566720" y="5634626"/>
                </a:cubicBezTo>
                <a:cubicBezTo>
                  <a:pt x="1567352" y="5634402"/>
                  <a:pt x="1567780" y="5634123"/>
                  <a:pt x="1568003" y="5633788"/>
                </a:cubicBezTo>
                <a:cubicBezTo>
                  <a:pt x="1568227" y="5633454"/>
                  <a:pt x="1568338" y="5633026"/>
                  <a:pt x="1568338" y="5632505"/>
                </a:cubicBezTo>
                <a:lnTo>
                  <a:pt x="1568338" y="5587745"/>
                </a:lnTo>
                <a:cubicBezTo>
                  <a:pt x="1568338" y="5585884"/>
                  <a:pt x="1568003" y="5584657"/>
                  <a:pt x="1567334" y="5584061"/>
                </a:cubicBezTo>
                <a:cubicBezTo>
                  <a:pt x="1566664" y="5583466"/>
                  <a:pt x="1565548" y="5583168"/>
                  <a:pt x="1563985" y="5583168"/>
                </a:cubicBezTo>
                <a:lnTo>
                  <a:pt x="1550032" y="5583168"/>
                </a:lnTo>
                <a:lnTo>
                  <a:pt x="1550032" y="5499229"/>
                </a:lnTo>
                <a:cubicBezTo>
                  <a:pt x="1550032" y="5496997"/>
                  <a:pt x="1549530" y="5495341"/>
                  <a:pt x="1548525" y="5494262"/>
                </a:cubicBezTo>
                <a:cubicBezTo>
                  <a:pt x="1547521" y="5493183"/>
                  <a:pt x="1546126" y="5492644"/>
                  <a:pt x="1544340" y="5492644"/>
                </a:cubicBezTo>
                <a:close/>
                <a:moveTo>
                  <a:pt x="848829" y="5492644"/>
                </a:moveTo>
                <a:cubicBezTo>
                  <a:pt x="848233" y="5492644"/>
                  <a:pt x="847712" y="5492811"/>
                  <a:pt x="847266" y="5493146"/>
                </a:cubicBezTo>
                <a:cubicBezTo>
                  <a:pt x="846819" y="5493481"/>
                  <a:pt x="846429" y="5494002"/>
                  <a:pt x="846094" y="5494709"/>
                </a:cubicBezTo>
                <a:cubicBezTo>
                  <a:pt x="845759" y="5495416"/>
                  <a:pt x="845498" y="5496290"/>
                  <a:pt x="845312" y="5497332"/>
                </a:cubicBezTo>
                <a:cubicBezTo>
                  <a:pt x="845126" y="5498373"/>
                  <a:pt x="845033" y="5499564"/>
                  <a:pt x="845033" y="5500904"/>
                </a:cubicBezTo>
                <a:cubicBezTo>
                  <a:pt x="845033" y="5502392"/>
                  <a:pt x="845126" y="5503675"/>
                  <a:pt x="845312" y="5504754"/>
                </a:cubicBezTo>
                <a:cubicBezTo>
                  <a:pt x="845498" y="5505833"/>
                  <a:pt x="845740" y="5506708"/>
                  <a:pt x="846038" y="5507378"/>
                </a:cubicBezTo>
                <a:cubicBezTo>
                  <a:pt x="846336" y="5508047"/>
                  <a:pt x="846726" y="5508550"/>
                  <a:pt x="847210" y="5508884"/>
                </a:cubicBezTo>
                <a:cubicBezTo>
                  <a:pt x="847694" y="5509219"/>
                  <a:pt x="848233" y="5509387"/>
                  <a:pt x="848829" y="5509387"/>
                </a:cubicBezTo>
                <a:lnTo>
                  <a:pt x="878966" y="5509387"/>
                </a:lnTo>
                <a:lnTo>
                  <a:pt x="878966" y="5596005"/>
                </a:lnTo>
                <a:cubicBezTo>
                  <a:pt x="878966" y="5596600"/>
                  <a:pt x="879096" y="5597102"/>
                  <a:pt x="879357" y="5597512"/>
                </a:cubicBezTo>
                <a:cubicBezTo>
                  <a:pt x="879617" y="5597921"/>
                  <a:pt x="880101" y="5598274"/>
                  <a:pt x="880808" y="5598572"/>
                </a:cubicBezTo>
                <a:cubicBezTo>
                  <a:pt x="881515" y="5598870"/>
                  <a:pt x="882464" y="5599093"/>
                  <a:pt x="883654" y="5599242"/>
                </a:cubicBezTo>
                <a:cubicBezTo>
                  <a:pt x="884845" y="5599391"/>
                  <a:pt x="886333" y="5599465"/>
                  <a:pt x="888119" y="5599465"/>
                </a:cubicBezTo>
                <a:cubicBezTo>
                  <a:pt x="889980" y="5599465"/>
                  <a:pt x="891505" y="5599391"/>
                  <a:pt x="892696" y="5599242"/>
                </a:cubicBezTo>
                <a:cubicBezTo>
                  <a:pt x="893886" y="5599093"/>
                  <a:pt x="894816" y="5598870"/>
                  <a:pt x="895486" y="5598572"/>
                </a:cubicBezTo>
                <a:cubicBezTo>
                  <a:pt x="896156" y="5598274"/>
                  <a:pt x="896640" y="5597921"/>
                  <a:pt x="896937" y="5597512"/>
                </a:cubicBezTo>
                <a:cubicBezTo>
                  <a:pt x="897235" y="5597102"/>
                  <a:pt x="897384" y="5596600"/>
                  <a:pt x="897384" y="5596005"/>
                </a:cubicBezTo>
                <a:lnTo>
                  <a:pt x="897384" y="5509387"/>
                </a:lnTo>
                <a:lnTo>
                  <a:pt x="927521" y="5509387"/>
                </a:lnTo>
                <a:cubicBezTo>
                  <a:pt x="928191" y="5509387"/>
                  <a:pt x="928749" y="5509219"/>
                  <a:pt x="929196" y="5508884"/>
                </a:cubicBezTo>
                <a:cubicBezTo>
                  <a:pt x="929642" y="5508550"/>
                  <a:pt x="930033" y="5508047"/>
                  <a:pt x="930368" y="5507378"/>
                </a:cubicBezTo>
                <a:cubicBezTo>
                  <a:pt x="930703" y="5506708"/>
                  <a:pt x="930944" y="5505852"/>
                  <a:pt x="931093" y="5504810"/>
                </a:cubicBezTo>
                <a:cubicBezTo>
                  <a:pt x="931242" y="5503768"/>
                  <a:pt x="931317" y="5502503"/>
                  <a:pt x="931317" y="5501015"/>
                </a:cubicBezTo>
                <a:cubicBezTo>
                  <a:pt x="931317" y="5499676"/>
                  <a:pt x="931224" y="5498466"/>
                  <a:pt x="931037" y="5497387"/>
                </a:cubicBezTo>
                <a:cubicBezTo>
                  <a:pt x="930851" y="5496308"/>
                  <a:pt x="930610" y="5495416"/>
                  <a:pt x="930312" y="5494709"/>
                </a:cubicBezTo>
                <a:cubicBezTo>
                  <a:pt x="930014" y="5494002"/>
                  <a:pt x="929624" y="5493481"/>
                  <a:pt x="929140" y="5493146"/>
                </a:cubicBezTo>
                <a:cubicBezTo>
                  <a:pt x="928656" y="5492811"/>
                  <a:pt x="928117" y="5492644"/>
                  <a:pt x="927521" y="5492644"/>
                </a:cubicBezTo>
                <a:close/>
                <a:moveTo>
                  <a:pt x="4137112" y="5492085"/>
                </a:moveTo>
                <a:cubicBezTo>
                  <a:pt x="4135400" y="5492085"/>
                  <a:pt x="4133949" y="5492141"/>
                  <a:pt x="4132759" y="5492253"/>
                </a:cubicBezTo>
                <a:cubicBezTo>
                  <a:pt x="4131568" y="5492365"/>
                  <a:pt x="4130619" y="5492569"/>
                  <a:pt x="4129912" y="5492867"/>
                </a:cubicBezTo>
                <a:cubicBezTo>
                  <a:pt x="4129205" y="5493164"/>
                  <a:pt x="4128721" y="5493537"/>
                  <a:pt x="4128461" y="5493983"/>
                </a:cubicBezTo>
                <a:cubicBezTo>
                  <a:pt x="4128201" y="5494430"/>
                  <a:pt x="4128070" y="5494913"/>
                  <a:pt x="4128070" y="5495434"/>
                </a:cubicBezTo>
                <a:lnTo>
                  <a:pt x="4128070" y="5596116"/>
                </a:lnTo>
                <a:cubicBezTo>
                  <a:pt x="4128070" y="5596637"/>
                  <a:pt x="4128201" y="5597121"/>
                  <a:pt x="4128461" y="5597567"/>
                </a:cubicBezTo>
                <a:cubicBezTo>
                  <a:pt x="4128721" y="5598014"/>
                  <a:pt x="4129168" y="5598367"/>
                  <a:pt x="4129800" y="5598628"/>
                </a:cubicBezTo>
                <a:cubicBezTo>
                  <a:pt x="4130433" y="5598888"/>
                  <a:pt x="4131270" y="5599093"/>
                  <a:pt x="4132312" y="5599242"/>
                </a:cubicBezTo>
                <a:cubicBezTo>
                  <a:pt x="4133354" y="5599391"/>
                  <a:pt x="4134693" y="5599465"/>
                  <a:pt x="4136330" y="5599465"/>
                </a:cubicBezTo>
                <a:cubicBezTo>
                  <a:pt x="4137744" y="5599465"/>
                  <a:pt x="4138935" y="5599409"/>
                  <a:pt x="4139902" y="5599298"/>
                </a:cubicBezTo>
                <a:cubicBezTo>
                  <a:pt x="4140869" y="5599186"/>
                  <a:pt x="4141669" y="5599000"/>
                  <a:pt x="4142302" y="5598739"/>
                </a:cubicBezTo>
                <a:cubicBezTo>
                  <a:pt x="4142934" y="5598479"/>
                  <a:pt x="4143455" y="5598126"/>
                  <a:pt x="4143865" y="5597679"/>
                </a:cubicBezTo>
                <a:cubicBezTo>
                  <a:pt x="4144274" y="5597233"/>
                  <a:pt x="4144739" y="5596712"/>
                  <a:pt x="4145260" y="5596116"/>
                </a:cubicBezTo>
                <a:lnTo>
                  <a:pt x="4187899" y="5537850"/>
                </a:lnTo>
                <a:cubicBezTo>
                  <a:pt x="4189983" y="5535022"/>
                  <a:pt x="4192048" y="5532176"/>
                  <a:pt x="4194094" y="5529311"/>
                </a:cubicBezTo>
                <a:cubicBezTo>
                  <a:pt x="4196140" y="5526446"/>
                  <a:pt x="4198019" y="5523525"/>
                  <a:pt x="4199731" y="5520549"/>
                </a:cubicBezTo>
                <a:cubicBezTo>
                  <a:pt x="4199508" y="5523451"/>
                  <a:pt x="4199322" y="5526409"/>
                  <a:pt x="4199173" y="5529423"/>
                </a:cubicBezTo>
                <a:cubicBezTo>
                  <a:pt x="4199024" y="5532436"/>
                  <a:pt x="4198950" y="5535394"/>
                  <a:pt x="4198950" y="5538297"/>
                </a:cubicBezTo>
                <a:lnTo>
                  <a:pt x="4198950" y="5596116"/>
                </a:lnTo>
                <a:cubicBezTo>
                  <a:pt x="4198950" y="5596637"/>
                  <a:pt x="4199098" y="5597121"/>
                  <a:pt x="4199396" y="5597567"/>
                </a:cubicBezTo>
                <a:cubicBezTo>
                  <a:pt x="4199694" y="5598014"/>
                  <a:pt x="4200215" y="5598367"/>
                  <a:pt x="4200959" y="5598628"/>
                </a:cubicBezTo>
                <a:cubicBezTo>
                  <a:pt x="4201703" y="5598888"/>
                  <a:pt x="4202670" y="5599093"/>
                  <a:pt x="4203861" y="5599242"/>
                </a:cubicBezTo>
                <a:cubicBezTo>
                  <a:pt x="4205052" y="5599391"/>
                  <a:pt x="4206540" y="5599465"/>
                  <a:pt x="4208326" y="5599465"/>
                </a:cubicBezTo>
                <a:cubicBezTo>
                  <a:pt x="4210112" y="5599465"/>
                  <a:pt x="4211600" y="5599391"/>
                  <a:pt x="4212791" y="5599242"/>
                </a:cubicBezTo>
                <a:cubicBezTo>
                  <a:pt x="4213981" y="5599093"/>
                  <a:pt x="4214911" y="5598888"/>
                  <a:pt x="4215581" y="5598628"/>
                </a:cubicBezTo>
                <a:cubicBezTo>
                  <a:pt x="4216251" y="5598367"/>
                  <a:pt x="4216735" y="5598014"/>
                  <a:pt x="4217032" y="5597567"/>
                </a:cubicBezTo>
                <a:cubicBezTo>
                  <a:pt x="4217330" y="5597121"/>
                  <a:pt x="4217479" y="5596637"/>
                  <a:pt x="4217479" y="5596116"/>
                </a:cubicBezTo>
                <a:lnTo>
                  <a:pt x="4217479" y="5495546"/>
                </a:lnTo>
                <a:cubicBezTo>
                  <a:pt x="4217479" y="5494950"/>
                  <a:pt x="4217348" y="5494430"/>
                  <a:pt x="4217088" y="5493983"/>
                </a:cubicBezTo>
                <a:cubicBezTo>
                  <a:pt x="4216828" y="5493537"/>
                  <a:pt x="4216381" y="5493164"/>
                  <a:pt x="4215749" y="5492867"/>
                </a:cubicBezTo>
                <a:cubicBezTo>
                  <a:pt x="4215116" y="5492569"/>
                  <a:pt x="4214260" y="5492365"/>
                  <a:pt x="4213181" y="5492253"/>
                </a:cubicBezTo>
                <a:cubicBezTo>
                  <a:pt x="4212102" y="5492141"/>
                  <a:pt x="4210781" y="5492085"/>
                  <a:pt x="4209219" y="5492085"/>
                </a:cubicBezTo>
                <a:cubicBezTo>
                  <a:pt x="4207656" y="5492085"/>
                  <a:pt x="4206391" y="5492141"/>
                  <a:pt x="4205424" y="5492253"/>
                </a:cubicBezTo>
                <a:cubicBezTo>
                  <a:pt x="4204456" y="5492365"/>
                  <a:pt x="4203619" y="5492551"/>
                  <a:pt x="4202912" y="5492811"/>
                </a:cubicBezTo>
                <a:cubicBezTo>
                  <a:pt x="4202205" y="5493071"/>
                  <a:pt x="4201610" y="5493425"/>
                  <a:pt x="4201126" y="5493871"/>
                </a:cubicBezTo>
                <a:cubicBezTo>
                  <a:pt x="4200643" y="5494318"/>
                  <a:pt x="4200177" y="5494839"/>
                  <a:pt x="4199731" y="5495434"/>
                </a:cubicBezTo>
                <a:lnTo>
                  <a:pt x="4156534" y="5554482"/>
                </a:lnTo>
                <a:cubicBezTo>
                  <a:pt x="4154524" y="5557086"/>
                  <a:pt x="4152645" y="5559746"/>
                  <a:pt x="4150897" y="5562463"/>
                </a:cubicBezTo>
                <a:cubicBezTo>
                  <a:pt x="4149148" y="5565179"/>
                  <a:pt x="4147418" y="5567951"/>
                  <a:pt x="4145706" y="5570778"/>
                </a:cubicBezTo>
                <a:cubicBezTo>
                  <a:pt x="4145930" y="5567951"/>
                  <a:pt x="4146116" y="5565104"/>
                  <a:pt x="4146264" y="5562239"/>
                </a:cubicBezTo>
                <a:cubicBezTo>
                  <a:pt x="4146413" y="5559374"/>
                  <a:pt x="4146488" y="5556491"/>
                  <a:pt x="4146488" y="5553589"/>
                </a:cubicBezTo>
                <a:lnTo>
                  <a:pt x="4146488" y="5495434"/>
                </a:lnTo>
                <a:cubicBezTo>
                  <a:pt x="4146488" y="5494318"/>
                  <a:pt x="4145818" y="5493481"/>
                  <a:pt x="4144479" y="5492923"/>
                </a:cubicBezTo>
                <a:cubicBezTo>
                  <a:pt x="4143139" y="5492365"/>
                  <a:pt x="4140683" y="5492085"/>
                  <a:pt x="4137112" y="5492085"/>
                </a:cubicBezTo>
                <a:close/>
                <a:moveTo>
                  <a:pt x="3917850" y="5492085"/>
                </a:moveTo>
                <a:cubicBezTo>
                  <a:pt x="3915469" y="5492085"/>
                  <a:pt x="3913553" y="5492160"/>
                  <a:pt x="3912102" y="5492309"/>
                </a:cubicBezTo>
                <a:cubicBezTo>
                  <a:pt x="3910651" y="5492458"/>
                  <a:pt x="3909572" y="5492774"/>
                  <a:pt x="3908865" y="5493257"/>
                </a:cubicBezTo>
                <a:cubicBezTo>
                  <a:pt x="3908158" y="5493741"/>
                  <a:pt x="3907823" y="5494337"/>
                  <a:pt x="3907860" y="5495043"/>
                </a:cubicBezTo>
                <a:cubicBezTo>
                  <a:pt x="3907898" y="5495750"/>
                  <a:pt x="3908214" y="5496625"/>
                  <a:pt x="3908809" y="5497667"/>
                </a:cubicBezTo>
                <a:lnTo>
                  <a:pt x="3938389" y="5544882"/>
                </a:lnTo>
                <a:lnTo>
                  <a:pt x="3907135" y="5593884"/>
                </a:lnTo>
                <a:cubicBezTo>
                  <a:pt x="3906465" y="5594926"/>
                  <a:pt x="3906112" y="5595800"/>
                  <a:pt x="3906075" y="5596507"/>
                </a:cubicBezTo>
                <a:cubicBezTo>
                  <a:pt x="3906038" y="5597214"/>
                  <a:pt x="3906335" y="5597791"/>
                  <a:pt x="3906967" y="5598237"/>
                </a:cubicBezTo>
                <a:cubicBezTo>
                  <a:pt x="3907600" y="5598684"/>
                  <a:pt x="3908605" y="5599000"/>
                  <a:pt x="3909981" y="5599186"/>
                </a:cubicBezTo>
                <a:cubicBezTo>
                  <a:pt x="3911358" y="5599372"/>
                  <a:pt x="3913125" y="5599465"/>
                  <a:pt x="3915283" y="5599465"/>
                </a:cubicBezTo>
                <a:cubicBezTo>
                  <a:pt x="3917367" y="5599465"/>
                  <a:pt x="3919041" y="5599409"/>
                  <a:pt x="3920306" y="5599298"/>
                </a:cubicBezTo>
                <a:cubicBezTo>
                  <a:pt x="3921571" y="5599186"/>
                  <a:pt x="3922594" y="5599000"/>
                  <a:pt x="3923376" y="5598739"/>
                </a:cubicBezTo>
                <a:cubicBezTo>
                  <a:pt x="3924157" y="5598479"/>
                  <a:pt x="3924753" y="5598144"/>
                  <a:pt x="3925162" y="5597735"/>
                </a:cubicBezTo>
                <a:cubicBezTo>
                  <a:pt x="3925571" y="5597326"/>
                  <a:pt x="3925925" y="5596860"/>
                  <a:pt x="3926222" y="5596340"/>
                </a:cubicBezTo>
                <a:lnTo>
                  <a:pt x="3950221" y="5556491"/>
                </a:lnTo>
                <a:lnTo>
                  <a:pt x="3974331" y="5596340"/>
                </a:lnTo>
                <a:cubicBezTo>
                  <a:pt x="3974628" y="5596860"/>
                  <a:pt x="3974982" y="5597326"/>
                  <a:pt x="3975391" y="5597735"/>
                </a:cubicBezTo>
                <a:cubicBezTo>
                  <a:pt x="3975800" y="5598144"/>
                  <a:pt x="3976396" y="5598479"/>
                  <a:pt x="3977177" y="5598739"/>
                </a:cubicBezTo>
                <a:cubicBezTo>
                  <a:pt x="3977959" y="5599000"/>
                  <a:pt x="3979000" y="5599186"/>
                  <a:pt x="3980303" y="5599298"/>
                </a:cubicBezTo>
                <a:cubicBezTo>
                  <a:pt x="3981605" y="5599409"/>
                  <a:pt x="3983372" y="5599465"/>
                  <a:pt x="3985604" y="5599465"/>
                </a:cubicBezTo>
                <a:cubicBezTo>
                  <a:pt x="3987911" y="5599465"/>
                  <a:pt x="3989790" y="5599372"/>
                  <a:pt x="3991242" y="5599186"/>
                </a:cubicBezTo>
                <a:cubicBezTo>
                  <a:pt x="3992692" y="5599000"/>
                  <a:pt x="3993771" y="5598684"/>
                  <a:pt x="3994478" y="5598237"/>
                </a:cubicBezTo>
                <a:cubicBezTo>
                  <a:pt x="3995186" y="5597791"/>
                  <a:pt x="3995539" y="5597214"/>
                  <a:pt x="3995539" y="5596507"/>
                </a:cubicBezTo>
                <a:cubicBezTo>
                  <a:pt x="3995539" y="5595800"/>
                  <a:pt x="3995241" y="5594926"/>
                  <a:pt x="3994646" y="5593884"/>
                </a:cubicBezTo>
                <a:lnTo>
                  <a:pt x="3963615" y="5544324"/>
                </a:lnTo>
                <a:lnTo>
                  <a:pt x="3992971" y="5497667"/>
                </a:lnTo>
                <a:cubicBezTo>
                  <a:pt x="3993641" y="5496550"/>
                  <a:pt x="3994014" y="5495620"/>
                  <a:pt x="3994088" y="5494876"/>
                </a:cubicBezTo>
                <a:cubicBezTo>
                  <a:pt x="3994162" y="5494132"/>
                  <a:pt x="3993864" y="5493555"/>
                  <a:pt x="3993195" y="5493146"/>
                </a:cubicBezTo>
                <a:cubicBezTo>
                  <a:pt x="3992525" y="5492737"/>
                  <a:pt x="3991502" y="5492458"/>
                  <a:pt x="3990125" y="5492309"/>
                </a:cubicBezTo>
                <a:cubicBezTo>
                  <a:pt x="3988748" y="5492160"/>
                  <a:pt x="3986981" y="5492085"/>
                  <a:pt x="3984823" y="5492085"/>
                </a:cubicBezTo>
                <a:cubicBezTo>
                  <a:pt x="3982814" y="5492085"/>
                  <a:pt x="3981233" y="5492141"/>
                  <a:pt x="3980079" y="5492253"/>
                </a:cubicBezTo>
                <a:cubicBezTo>
                  <a:pt x="3978926" y="5492365"/>
                  <a:pt x="3978033" y="5492551"/>
                  <a:pt x="3977400" y="5492811"/>
                </a:cubicBezTo>
                <a:cubicBezTo>
                  <a:pt x="3976768" y="5493071"/>
                  <a:pt x="3976266" y="5493388"/>
                  <a:pt x="3975893" y="5493760"/>
                </a:cubicBezTo>
                <a:cubicBezTo>
                  <a:pt x="3975521" y="5494132"/>
                  <a:pt x="3975187" y="5494541"/>
                  <a:pt x="3974889" y="5494988"/>
                </a:cubicBezTo>
                <a:lnTo>
                  <a:pt x="3951672" y="5532381"/>
                </a:lnTo>
                <a:lnTo>
                  <a:pt x="3928789" y="5494988"/>
                </a:lnTo>
                <a:cubicBezTo>
                  <a:pt x="3928492" y="5494467"/>
                  <a:pt x="3928157" y="5494020"/>
                  <a:pt x="3927785" y="5493648"/>
                </a:cubicBezTo>
                <a:cubicBezTo>
                  <a:pt x="3927413" y="5493276"/>
                  <a:pt x="3926855" y="5492978"/>
                  <a:pt x="3926110" y="5492755"/>
                </a:cubicBezTo>
                <a:cubicBezTo>
                  <a:pt x="3925366" y="5492532"/>
                  <a:pt x="3924343" y="5492365"/>
                  <a:pt x="3923041" y="5492253"/>
                </a:cubicBezTo>
                <a:cubicBezTo>
                  <a:pt x="3921739" y="5492141"/>
                  <a:pt x="3920009" y="5492085"/>
                  <a:pt x="3917850" y="5492085"/>
                </a:cubicBezTo>
                <a:close/>
                <a:moveTo>
                  <a:pt x="3803737" y="5492085"/>
                </a:moveTo>
                <a:cubicBezTo>
                  <a:pt x="3802025" y="5492085"/>
                  <a:pt x="3800574" y="5492141"/>
                  <a:pt x="3799383" y="5492253"/>
                </a:cubicBezTo>
                <a:cubicBezTo>
                  <a:pt x="3798193" y="5492365"/>
                  <a:pt x="3797244" y="5492569"/>
                  <a:pt x="3796537" y="5492867"/>
                </a:cubicBezTo>
                <a:cubicBezTo>
                  <a:pt x="3795830" y="5493164"/>
                  <a:pt x="3795346" y="5493537"/>
                  <a:pt x="3795086" y="5493983"/>
                </a:cubicBezTo>
                <a:cubicBezTo>
                  <a:pt x="3794826" y="5494430"/>
                  <a:pt x="3794695" y="5494913"/>
                  <a:pt x="3794695" y="5495434"/>
                </a:cubicBezTo>
                <a:lnTo>
                  <a:pt x="3794695" y="5596116"/>
                </a:lnTo>
                <a:cubicBezTo>
                  <a:pt x="3794695" y="5596637"/>
                  <a:pt x="3794826" y="5597121"/>
                  <a:pt x="3795086" y="5597567"/>
                </a:cubicBezTo>
                <a:cubicBezTo>
                  <a:pt x="3795346" y="5598014"/>
                  <a:pt x="3795793" y="5598367"/>
                  <a:pt x="3796426" y="5598628"/>
                </a:cubicBezTo>
                <a:cubicBezTo>
                  <a:pt x="3797058" y="5598888"/>
                  <a:pt x="3797895" y="5599093"/>
                  <a:pt x="3798937" y="5599242"/>
                </a:cubicBezTo>
                <a:cubicBezTo>
                  <a:pt x="3799979" y="5599391"/>
                  <a:pt x="3801318" y="5599465"/>
                  <a:pt x="3802955" y="5599465"/>
                </a:cubicBezTo>
                <a:cubicBezTo>
                  <a:pt x="3804369" y="5599465"/>
                  <a:pt x="3805560" y="5599409"/>
                  <a:pt x="3806527" y="5599298"/>
                </a:cubicBezTo>
                <a:cubicBezTo>
                  <a:pt x="3807494" y="5599186"/>
                  <a:pt x="3808294" y="5599000"/>
                  <a:pt x="3808927" y="5598739"/>
                </a:cubicBezTo>
                <a:cubicBezTo>
                  <a:pt x="3809560" y="5598479"/>
                  <a:pt x="3810081" y="5598126"/>
                  <a:pt x="3810490" y="5597679"/>
                </a:cubicBezTo>
                <a:cubicBezTo>
                  <a:pt x="3810899" y="5597233"/>
                  <a:pt x="3811364" y="5596712"/>
                  <a:pt x="3811885" y="5596116"/>
                </a:cubicBezTo>
                <a:lnTo>
                  <a:pt x="3854524" y="5537850"/>
                </a:lnTo>
                <a:cubicBezTo>
                  <a:pt x="3856608" y="5535022"/>
                  <a:pt x="3858673" y="5532176"/>
                  <a:pt x="3860719" y="5529311"/>
                </a:cubicBezTo>
                <a:cubicBezTo>
                  <a:pt x="3862765" y="5526446"/>
                  <a:pt x="3864644" y="5523525"/>
                  <a:pt x="3866356" y="5520549"/>
                </a:cubicBezTo>
                <a:cubicBezTo>
                  <a:pt x="3866133" y="5523451"/>
                  <a:pt x="3865947" y="5526409"/>
                  <a:pt x="3865798" y="5529423"/>
                </a:cubicBezTo>
                <a:cubicBezTo>
                  <a:pt x="3865649" y="5532436"/>
                  <a:pt x="3865575" y="5535394"/>
                  <a:pt x="3865575" y="5538297"/>
                </a:cubicBezTo>
                <a:lnTo>
                  <a:pt x="3865575" y="5596116"/>
                </a:lnTo>
                <a:cubicBezTo>
                  <a:pt x="3865575" y="5596637"/>
                  <a:pt x="3865723" y="5597121"/>
                  <a:pt x="3866021" y="5597567"/>
                </a:cubicBezTo>
                <a:cubicBezTo>
                  <a:pt x="3866319" y="5598014"/>
                  <a:pt x="3866840" y="5598367"/>
                  <a:pt x="3867584" y="5598628"/>
                </a:cubicBezTo>
                <a:cubicBezTo>
                  <a:pt x="3868328" y="5598888"/>
                  <a:pt x="3869295" y="5599093"/>
                  <a:pt x="3870486" y="5599242"/>
                </a:cubicBezTo>
                <a:cubicBezTo>
                  <a:pt x="3871677" y="5599391"/>
                  <a:pt x="3873165" y="5599465"/>
                  <a:pt x="3874951" y="5599465"/>
                </a:cubicBezTo>
                <a:cubicBezTo>
                  <a:pt x="3876737" y="5599465"/>
                  <a:pt x="3878225" y="5599391"/>
                  <a:pt x="3879416" y="5599242"/>
                </a:cubicBezTo>
                <a:cubicBezTo>
                  <a:pt x="3880606" y="5599093"/>
                  <a:pt x="3881537" y="5598888"/>
                  <a:pt x="3882206" y="5598628"/>
                </a:cubicBezTo>
                <a:cubicBezTo>
                  <a:pt x="3882876" y="5598367"/>
                  <a:pt x="3883360" y="5598014"/>
                  <a:pt x="3883657" y="5597567"/>
                </a:cubicBezTo>
                <a:cubicBezTo>
                  <a:pt x="3883955" y="5597121"/>
                  <a:pt x="3884104" y="5596637"/>
                  <a:pt x="3884104" y="5596116"/>
                </a:cubicBezTo>
                <a:lnTo>
                  <a:pt x="3884104" y="5495546"/>
                </a:lnTo>
                <a:cubicBezTo>
                  <a:pt x="3884104" y="5494950"/>
                  <a:pt x="3883974" y="5494430"/>
                  <a:pt x="3883713" y="5493983"/>
                </a:cubicBezTo>
                <a:cubicBezTo>
                  <a:pt x="3883453" y="5493537"/>
                  <a:pt x="3883006" y="5493164"/>
                  <a:pt x="3882374" y="5492867"/>
                </a:cubicBezTo>
                <a:cubicBezTo>
                  <a:pt x="3881741" y="5492569"/>
                  <a:pt x="3880886" y="5492365"/>
                  <a:pt x="3879806" y="5492253"/>
                </a:cubicBezTo>
                <a:cubicBezTo>
                  <a:pt x="3878727" y="5492141"/>
                  <a:pt x="3877406" y="5492085"/>
                  <a:pt x="3875844" y="5492085"/>
                </a:cubicBezTo>
                <a:cubicBezTo>
                  <a:pt x="3874281" y="5492085"/>
                  <a:pt x="3873016" y="5492141"/>
                  <a:pt x="3872049" y="5492253"/>
                </a:cubicBezTo>
                <a:cubicBezTo>
                  <a:pt x="3871081" y="5492365"/>
                  <a:pt x="3870244" y="5492551"/>
                  <a:pt x="3869537" y="5492811"/>
                </a:cubicBezTo>
                <a:cubicBezTo>
                  <a:pt x="3868830" y="5493071"/>
                  <a:pt x="3868235" y="5493425"/>
                  <a:pt x="3867751" y="5493871"/>
                </a:cubicBezTo>
                <a:cubicBezTo>
                  <a:pt x="3867268" y="5494318"/>
                  <a:pt x="3866803" y="5494839"/>
                  <a:pt x="3866356" y="5495434"/>
                </a:cubicBezTo>
                <a:lnTo>
                  <a:pt x="3823159" y="5554482"/>
                </a:lnTo>
                <a:cubicBezTo>
                  <a:pt x="3821149" y="5557086"/>
                  <a:pt x="3819271" y="5559746"/>
                  <a:pt x="3817522" y="5562463"/>
                </a:cubicBezTo>
                <a:cubicBezTo>
                  <a:pt x="3815773" y="5565179"/>
                  <a:pt x="3814043" y="5567951"/>
                  <a:pt x="3812332" y="5570778"/>
                </a:cubicBezTo>
                <a:cubicBezTo>
                  <a:pt x="3812555" y="5567951"/>
                  <a:pt x="3812741" y="5565104"/>
                  <a:pt x="3812889" y="5562239"/>
                </a:cubicBezTo>
                <a:cubicBezTo>
                  <a:pt x="3813039" y="5559374"/>
                  <a:pt x="3813113" y="5556491"/>
                  <a:pt x="3813113" y="5553589"/>
                </a:cubicBezTo>
                <a:lnTo>
                  <a:pt x="3813113" y="5495434"/>
                </a:lnTo>
                <a:cubicBezTo>
                  <a:pt x="3813113" y="5494318"/>
                  <a:pt x="3812443" y="5493481"/>
                  <a:pt x="3811104" y="5492923"/>
                </a:cubicBezTo>
                <a:cubicBezTo>
                  <a:pt x="3809764" y="5492365"/>
                  <a:pt x="3807309" y="5492085"/>
                  <a:pt x="3803737" y="5492085"/>
                </a:cubicBezTo>
                <a:close/>
                <a:moveTo>
                  <a:pt x="2946710" y="5492085"/>
                </a:moveTo>
                <a:cubicBezTo>
                  <a:pt x="2944924" y="5492085"/>
                  <a:pt x="2943436" y="5492141"/>
                  <a:pt x="2942245" y="5492253"/>
                </a:cubicBezTo>
                <a:cubicBezTo>
                  <a:pt x="2941054" y="5492365"/>
                  <a:pt x="2940087" y="5492588"/>
                  <a:pt x="2939343" y="5492923"/>
                </a:cubicBezTo>
                <a:cubicBezTo>
                  <a:pt x="2938599" y="5493257"/>
                  <a:pt x="2938097" y="5493630"/>
                  <a:pt x="2937836" y="5494039"/>
                </a:cubicBezTo>
                <a:cubicBezTo>
                  <a:pt x="2937575" y="5494448"/>
                  <a:pt x="2937445" y="5494950"/>
                  <a:pt x="2937445" y="5495546"/>
                </a:cubicBezTo>
                <a:lnTo>
                  <a:pt x="2937445" y="5592321"/>
                </a:lnTo>
                <a:cubicBezTo>
                  <a:pt x="2937445" y="5594479"/>
                  <a:pt x="2937948" y="5596098"/>
                  <a:pt x="2938952" y="5597177"/>
                </a:cubicBezTo>
                <a:cubicBezTo>
                  <a:pt x="2939957" y="5598256"/>
                  <a:pt x="2941352" y="5598795"/>
                  <a:pt x="2943138" y="5598795"/>
                </a:cubicBezTo>
                <a:lnTo>
                  <a:pt x="3064135" y="5598795"/>
                </a:lnTo>
                <a:cubicBezTo>
                  <a:pt x="3065847" y="5598795"/>
                  <a:pt x="3067224" y="5598256"/>
                  <a:pt x="3068265" y="5597177"/>
                </a:cubicBezTo>
                <a:cubicBezTo>
                  <a:pt x="3069307" y="5596098"/>
                  <a:pt x="3069828" y="5594479"/>
                  <a:pt x="3069828" y="5592321"/>
                </a:cubicBezTo>
                <a:lnTo>
                  <a:pt x="3069828" y="5495546"/>
                </a:lnTo>
                <a:cubicBezTo>
                  <a:pt x="3069828" y="5494950"/>
                  <a:pt x="3069679" y="5494448"/>
                  <a:pt x="3069381" y="5494039"/>
                </a:cubicBezTo>
                <a:cubicBezTo>
                  <a:pt x="3069084" y="5493630"/>
                  <a:pt x="3068581" y="5493257"/>
                  <a:pt x="3067874" y="5492923"/>
                </a:cubicBezTo>
                <a:cubicBezTo>
                  <a:pt x="3067168" y="5492588"/>
                  <a:pt x="3066219" y="5492365"/>
                  <a:pt x="3065028" y="5492253"/>
                </a:cubicBezTo>
                <a:cubicBezTo>
                  <a:pt x="3063837" y="5492141"/>
                  <a:pt x="3062312" y="5492085"/>
                  <a:pt x="3060452" y="5492085"/>
                </a:cubicBezTo>
                <a:cubicBezTo>
                  <a:pt x="3058666" y="5492085"/>
                  <a:pt x="3057196" y="5492141"/>
                  <a:pt x="3056043" y="5492253"/>
                </a:cubicBezTo>
                <a:cubicBezTo>
                  <a:pt x="3054889" y="5492365"/>
                  <a:pt x="3053959" y="5492588"/>
                  <a:pt x="3053252" y="5492923"/>
                </a:cubicBezTo>
                <a:cubicBezTo>
                  <a:pt x="3052545" y="5493257"/>
                  <a:pt x="3052062" y="5493630"/>
                  <a:pt x="3051801" y="5494039"/>
                </a:cubicBezTo>
                <a:cubicBezTo>
                  <a:pt x="3051541" y="5494448"/>
                  <a:pt x="3051410" y="5494950"/>
                  <a:pt x="3051410" y="5495546"/>
                </a:cubicBezTo>
                <a:lnTo>
                  <a:pt x="3051410" y="5582945"/>
                </a:lnTo>
                <a:lnTo>
                  <a:pt x="3012566" y="5582945"/>
                </a:lnTo>
                <a:lnTo>
                  <a:pt x="3012566" y="5495546"/>
                </a:lnTo>
                <a:cubicBezTo>
                  <a:pt x="3012566" y="5494950"/>
                  <a:pt x="3012418" y="5494448"/>
                  <a:pt x="3012120" y="5494039"/>
                </a:cubicBezTo>
                <a:cubicBezTo>
                  <a:pt x="3011822" y="5493630"/>
                  <a:pt x="3011338" y="5493257"/>
                  <a:pt x="3010669" y="5492923"/>
                </a:cubicBezTo>
                <a:cubicBezTo>
                  <a:pt x="3009999" y="5492588"/>
                  <a:pt x="3009069" y="5492365"/>
                  <a:pt x="3007878" y="5492253"/>
                </a:cubicBezTo>
                <a:cubicBezTo>
                  <a:pt x="3006687" y="5492141"/>
                  <a:pt x="3005236" y="5492085"/>
                  <a:pt x="3003525" y="5492085"/>
                </a:cubicBezTo>
                <a:cubicBezTo>
                  <a:pt x="3001665" y="5492085"/>
                  <a:pt x="3000176" y="5492141"/>
                  <a:pt x="2999060" y="5492253"/>
                </a:cubicBezTo>
                <a:cubicBezTo>
                  <a:pt x="2997944" y="5492365"/>
                  <a:pt x="2997051" y="5492588"/>
                  <a:pt x="2996381" y="5492923"/>
                </a:cubicBezTo>
                <a:cubicBezTo>
                  <a:pt x="2995712" y="5493257"/>
                  <a:pt x="2995247" y="5493630"/>
                  <a:pt x="2994986" y="5494039"/>
                </a:cubicBezTo>
                <a:cubicBezTo>
                  <a:pt x="2994725" y="5494448"/>
                  <a:pt x="2994595" y="5494950"/>
                  <a:pt x="2994595" y="5495546"/>
                </a:cubicBezTo>
                <a:lnTo>
                  <a:pt x="2994595" y="5582945"/>
                </a:lnTo>
                <a:lnTo>
                  <a:pt x="2955863" y="5582945"/>
                </a:lnTo>
                <a:lnTo>
                  <a:pt x="2955863" y="5495546"/>
                </a:lnTo>
                <a:cubicBezTo>
                  <a:pt x="2955863" y="5494950"/>
                  <a:pt x="2955714" y="5494448"/>
                  <a:pt x="2955416" y="5494039"/>
                </a:cubicBezTo>
                <a:cubicBezTo>
                  <a:pt x="2955119" y="5493630"/>
                  <a:pt x="2954635" y="5493257"/>
                  <a:pt x="2953965" y="5492923"/>
                </a:cubicBezTo>
                <a:cubicBezTo>
                  <a:pt x="2953296" y="5492588"/>
                  <a:pt x="2952365" y="5492365"/>
                  <a:pt x="2951175" y="5492253"/>
                </a:cubicBezTo>
                <a:cubicBezTo>
                  <a:pt x="2949984" y="5492141"/>
                  <a:pt x="2948496" y="5492085"/>
                  <a:pt x="2946710" y="5492085"/>
                </a:cubicBezTo>
                <a:close/>
                <a:moveTo>
                  <a:pt x="2127448" y="5492085"/>
                </a:moveTo>
                <a:cubicBezTo>
                  <a:pt x="2125886" y="5492085"/>
                  <a:pt x="2124509" y="5492141"/>
                  <a:pt x="2123318" y="5492253"/>
                </a:cubicBezTo>
                <a:cubicBezTo>
                  <a:pt x="2122128" y="5492365"/>
                  <a:pt x="2121160" y="5492532"/>
                  <a:pt x="2120416" y="5492755"/>
                </a:cubicBezTo>
                <a:cubicBezTo>
                  <a:pt x="2119672" y="5492978"/>
                  <a:pt x="2119133" y="5493257"/>
                  <a:pt x="2118798" y="5493592"/>
                </a:cubicBezTo>
                <a:cubicBezTo>
                  <a:pt x="2118463" y="5493927"/>
                  <a:pt x="2118295" y="5494281"/>
                  <a:pt x="2118295" y="5494653"/>
                </a:cubicBezTo>
                <a:lnTo>
                  <a:pt x="2118295" y="5596674"/>
                </a:lnTo>
                <a:cubicBezTo>
                  <a:pt x="2118295" y="5597047"/>
                  <a:pt x="2118463" y="5597419"/>
                  <a:pt x="2118798" y="5597791"/>
                </a:cubicBezTo>
                <a:cubicBezTo>
                  <a:pt x="2119133" y="5598163"/>
                  <a:pt x="2119672" y="5598460"/>
                  <a:pt x="2120416" y="5598684"/>
                </a:cubicBezTo>
                <a:cubicBezTo>
                  <a:pt x="2121160" y="5598907"/>
                  <a:pt x="2122128" y="5599093"/>
                  <a:pt x="2123318" y="5599242"/>
                </a:cubicBezTo>
                <a:cubicBezTo>
                  <a:pt x="2124509" y="5599391"/>
                  <a:pt x="2125886" y="5599465"/>
                  <a:pt x="2127448" y="5599465"/>
                </a:cubicBezTo>
                <a:cubicBezTo>
                  <a:pt x="2129011" y="5599465"/>
                  <a:pt x="2130388" y="5599391"/>
                  <a:pt x="2131578" y="5599242"/>
                </a:cubicBezTo>
                <a:cubicBezTo>
                  <a:pt x="2132769" y="5599093"/>
                  <a:pt x="2133736" y="5598907"/>
                  <a:pt x="2134480" y="5598684"/>
                </a:cubicBezTo>
                <a:cubicBezTo>
                  <a:pt x="2135224" y="5598460"/>
                  <a:pt x="2135783" y="5598163"/>
                  <a:pt x="2136155" y="5597791"/>
                </a:cubicBezTo>
                <a:cubicBezTo>
                  <a:pt x="2136527" y="5597419"/>
                  <a:pt x="2136713" y="5597047"/>
                  <a:pt x="2136713" y="5596674"/>
                </a:cubicBezTo>
                <a:lnTo>
                  <a:pt x="2136713" y="5551468"/>
                </a:lnTo>
                <a:lnTo>
                  <a:pt x="2144526" y="5551468"/>
                </a:lnTo>
                <a:cubicBezTo>
                  <a:pt x="2147801" y="5551468"/>
                  <a:pt x="2150703" y="5551803"/>
                  <a:pt x="2153233" y="5552472"/>
                </a:cubicBezTo>
                <a:cubicBezTo>
                  <a:pt x="2155763" y="5553142"/>
                  <a:pt x="2158032" y="5554221"/>
                  <a:pt x="2160042" y="5555709"/>
                </a:cubicBezTo>
                <a:cubicBezTo>
                  <a:pt x="2162051" y="5557198"/>
                  <a:pt x="2163818" y="5559151"/>
                  <a:pt x="2165344" y="5561570"/>
                </a:cubicBezTo>
                <a:cubicBezTo>
                  <a:pt x="2166869" y="5563988"/>
                  <a:pt x="2168302" y="5566872"/>
                  <a:pt x="2169641" y="5570220"/>
                </a:cubicBezTo>
                <a:lnTo>
                  <a:pt x="2180357" y="5596228"/>
                </a:lnTo>
                <a:cubicBezTo>
                  <a:pt x="2180506" y="5596749"/>
                  <a:pt x="2180766" y="5597214"/>
                  <a:pt x="2181138" y="5597623"/>
                </a:cubicBezTo>
                <a:cubicBezTo>
                  <a:pt x="2181510" y="5598032"/>
                  <a:pt x="2182105" y="5598367"/>
                  <a:pt x="2182924" y="5598628"/>
                </a:cubicBezTo>
                <a:cubicBezTo>
                  <a:pt x="2183742" y="5598888"/>
                  <a:pt x="2184803" y="5599093"/>
                  <a:pt x="2186105" y="5599242"/>
                </a:cubicBezTo>
                <a:cubicBezTo>
                  <a:pt x="2187408" y="5599391"/>
                  <a:pt x="2189101" y="5599465"/>
                  <a:pt x="2191184" y="5599465"/>
                </a:cubicBezTo>
                <a:cubicBezTo>
                  <a:pt x="2192970" y="5599465"/>
                  <a:pt x="2194440" y="5599409"/>
                  <a:pt x="2195593" y="5599298"/>
                </a:cubicBezTo>
                <a:cubicBezTo>
                  <a:pt x="2196747" y="5599186"/>
                  <a:pt x="2197677" y="5599018"/>
                  <a:pt x="2198384" y="5598795"/>
                </a:cubicBezTo>
                <a:cubicBezTo>
                  <a:pt x="2199090" y="5598572"/>
                  <a:pt x="2199574" y="5598293"/>
                  <a:pt x="2199835" y="5597958"/>
                </a:cubicBezTo>
                <a:cubicBezTo>
                  <a:pt x="2200095" y="5597623"/>
                  <a:pt x="2200225" y="5597233"/>
                  <a:pt x="2200225" y="5596786"/>
                </a:cubicBezTo>
                <a:cubicBezTo>
                  <a:pt x="2200225" y="5596563"/>
                  <a:pt x="2200207" y="5596321"/>
                  <a:pt x="2200169" y="5596061"/>
                </a:cubicBezTo>
                <a:cubicBezTo>
                  <a:pt x="2200132" y="5595800"/>
                  <a:pt x="2200076" y="5595465"/>
                  <a:pt x="2200002" y="5595056"/>
                </a:cubicBezTo>
                <a:cubicBezTo>
                  <a:pt x="2199928" y="5594647"/>
                  <a:pt x="2199816" y="5594219"/>
                  <a:pt x="2199667" y="5593772"/>
                </a:cubicBezTo>
                <a:cubicBezTo>
                  <a:pt x="2199518" y="5593326"/>
                  <a:pt x="2199295" y="5592842"/>
                  <a:pt x="2198997" y="5592321"/>
                </a:cubicBezTo>
                <a:lnTo>
                  <a:pt x="2187947" y="5566872"/>
                </a:lnTo>
                <a:cubicBezTo>
                  <a:pt x="2186533" y="5563523"/>
                  <a:pt x="2185007" y="5560565"/>
                  <a:pt x="2183370" y="5557998"/>
                </a:cubicBezTo>
                <a:cubicBezTo>
                  <a:pt x="2181733" y="5555430"/>
                  <a:pt x="2179966" y="5553217"/>
                  <a:pt x="2178069" y="5551356"/>
                </a:cubicBezTo>
                <a:cubicBezTo>
                  <a:pt x="2176171" y="5549496"/>
                  <a:pt x="2174125" y="5547933"/>
                  <a:pt x="2171929" y="5546668"/>
                </a:cubicBezTo>
                <a:cubicBezTo>
                  <a:pt x="2169734" y="5545403"/>
                  <a:pt x="2167334" y="5544324"/>
                  <a:pt x="2164730" y="5543431"/>
                </a:cubicBezTo>
                <a:lnTo>
                  <a:pt x="2164730" y="5543208"/>
                </a:lnTo>
                <a:cubicBezTo>
                  <a:pt x="2166441" y="5542687"/>
                  <a:pt x="2168227" y="5541961"/>
                  <a:pt x="2170087" y="5541031"/>
                </a:cubicBezTo>
                <a:cubicBezTo>
                  <a:pt x="2171948" y="5540101"/>
                  <a:pt x="2173771" y="5538799"/>
                  <a:pt x="2175557" y="5537125"/>
                </a:cubicBezTo>
                <a:cubicBezTo>
                  <a:pt x="2177343" y="5535450"/>
                  <a:pt x="2179110" y="5533348"/>
                  <a:pt x="2180859" y="5530818"/>
                </a:cubicBezTo>
                <a:cubicBezTo>
                  <a:pt x="2182608" y="5528288"/>
                  <a:pt x="2184226" y="5525163"/>
                  <a:pt x="2185714" y="5521442"/>
                </a:cubicBezTo>
                <a:lnTo>
                  <a:pt x="2195314" y="5499341"/>
                </a:lnTo>
                <a:cubicBezTo>
                  <a:pt x="2195686" y="5498373"/>
                  <a:pt x="2195965" y="5497518"/>
                  <a:pt x="2196151" y="5496774"/>
                </a:cubicBezTo>
                <a:cubicBezTo>
                  <a:pt x="2196337" y="5496029"/>
                  <a:pt x="2196430" y="5495322"/>
                  <a:pt x="2196430" y="5494653"/>
                </a:cubicBezTo>
                <a:cubicBezTo>
                  <a:pt x="2196430" y="5494281"/>
                  <a:pt x="2196318" y="5493927"/>
                  <a:pt x="2196095" y="5493592"/>
                </a:cubicBezTo>
                <a:cubicBezTo>
                  <a:pt x="2195872" y="5493257"/>
                  <a:pt x="2195444" y="5492978"/>
                  <a:pt x="2194812" y="5492755"/>
                </a:cubicBezTo>
                <a:cubicBezTo>
                  <a:pt x="2194179" y="5492532"/>
                  <a:pt x="2193286" y="5492365"/>
                  <a:pt x="2192133" y="5492253"/>
                </a:cubicBezTo>
                <a:cubicBezTo>
                  <a:pt x="2190979" y="5492141"/>
                  <a:pt x="2189510" y="5492085"/>
                  <a:pt x="2187724" y="5492085"/>
                </a:cubicBezTo>
                <a:cubicBezTo>
                  <a:pt x="2185714" y="5492085"/>
                  <a:pt x="2184096" y="5492141"/>
                  <a:pt x="2182868" y="5492253"/>
                </a:cubicBezTo>
                <a:cubicBezTo>
                  <a:pt x="2181640" y="5492365"/>
                  <a:pt x="2180654" y="5492569"/>
                  <a:pt x="2179910" y="5492867"/>
                </a:cubicBezTo>
                <a:cubicBezTo>
                  <a:pt x="2179166" y="5493164"/>
                  <a:pt x="2178608" y="5493537"/>
                  <a:pt x="2178236" y="5493983"/>
                </a:cubicBezTo>
                <a:cubicBezTo>
                  <a:pt x="2177864" y="5494430"/>
                  <a:pt x="2177603" y="5494950"/>
                  <a:pt x="2177455" y="5495546"/>
                </a:cubicBezTo>
                <a:lnTo>
                  <a:pt x="2168078" y="5518651"/>
                </a:lnTo>
                <a:cubicBezTo>
                  <a:pt x="2166813" y="5521926"/>
                  <a:pt x="2165418" y="5524716"/>
                  <a:pt x="2163892" y="5527023"/>
                </a:cubicBezTo>
                <a:cubicBezTo>
                  <a:pt x="2162367" y="5529330"/>
                  <a:pt x="2160637" y="5531209"/>
                  <a:pt x="2158702" y="5532660"/>
                </a:cubicBezTo>
                <a:cubicBezTo>
                  <a:pt x="2156767" y="5534111"/>
                  <a:pt x="2154628" y="5535153"/>
                  <a:pt x="2152284" y="5535785"/>
                </a:cubicBezTo>
                <a:cubicBezTo>
                  <a:pt x="2149940" y="5536418"/>
                  <a:pt x="2147354" y="5536734"/>
                  <a:pt x="2144526" y="5536734"/>
                </a:cubicBezTo>
                <a:lnTo>
                  <a:pt x="2136713" y="5536734"/>
                </a:lnTo>
                <a:lnTo>
                  <a:pt x="2136713" y="5494653"/>
                </a:lnTo>
                <a:cubicBezTo>
                  <a:pt x="2136713" y="5494281"/>
                  <a:pt x="2136527" y="5493927"/>
                  <a:pt x="2136155" y="5493592"/>
                </a:cubicBezTo>
                <a:cubicBezTo>
                  <a:pt x="2135783" y="5493257"/>
                  <a:pt x="2135224" y="5492978"/>
                  <a:pt x="2134480" y="5492755"/>
                </a:cubicBezTo>
                <a:cubicBezTo>
                  <a:pt x="2133736" y="5492532"/>
                  <a:pt x="2132769" y="5492365"/>
                  <a:pt x="2131578" y="5492253"/>
                </a:cubicBezTo>
                <a:cubicBezTo>
                  <a:pt x="2130388" y="5492141"/>
                  <a:pt x="2129011" y="5492085"/>
                  <a:pt x="2127448" y="5492085"/>
                </a:cubicBezTo>
                <a:close/>
                <a:moveTo>
                  <a:pt x="1232098" y="5492085"/>
                </a:moveTo>
                <a:cubicBezTo>
                  <a:pt x="1230312" y="5492085"/>
                  <a:pt x="1228824" y="5492141"/>
                  <a:pt x="1227633" y="5492253"/>
                </a:cubicBezTo>
                <a:cubicBezTo>
                  <a:pt x="1226443" y="5492365"/>
                  <a:pt x="1225494" y="5492588"/>
                  <a:pt x="1224787" y="5492923"/>
                </a:cubicBezTo>
                <a:cubicBezTo>
                  <a:pt x="1224080" y="5493257"/>
                  <a:pt x="1223596" y="5493630"/>
                  <a:pt x="1223336" y="5494039"/>
                </a:cubicBezTo>
                <a:cubicBezTo>
                  <a:pt x="1223075" y="5494448"/>
                  <a:pt x="1222945" y="5494950"/>
                  <a:pt x="1222945" y="5495546"/>
                </a:cubicBezTo>
                <a:lnTo>
                  <a:pt x="1222945" y="5596005"/>
                </a:lnTo>
                <a:cubicBezTo>
                  <a:pt x="1222945" y="5596600"/>
                  <a:pt x="1223075" y="5597102"/>
                  <a:pt x="1223336" y="5597512"/>
                </a:cubicBezTo>
                <a:cubicBezTo>
                  <a:pt x="1223596" y="5597921"/>
                  <a:pt x="1224080" y="5598274"/>
                  <a:pt x="1224787" y="5598572"/>
                </a:cubicBezTo>
                <a:cubicBezTo>
                  <a:pt x="1225494" y="5598870"/>
                  <a:pt x="1226443" y="5599093"/>
                  <a:pt x="1227633" y="5599242"/>
                </a:cubicBezTo>
                <a:cubicBezTo>
                  <a:pt x="1228824" y="5599391"/>
                  <a:pt x="1230312" y="5599465"/>
                  <a:pt x="1232098" y="5599465"/>
                </a:cubicBezTo>
                <a:cubicBezTo>
                  <a:pt x="1233958" y="5599465"/>
                  <a:pt x="1235484" y="5599391"/>
                  <a:pt x="1236675" y="5599242"/>
                </a:cubicBezTo>
                <a:cubicBezTo>
                  <a:pt x="1237865" y="5599093"/>
                  <a:pt x="1238795" y="5598870"/>
                  <a:pt x="1239465" y="5598572"/>
                </a:cubicBezTo>
                <a:cubicBezTo>
                  <a:pt x="1240135" y="5598274"/>
                  <a:pt x="1240619" y="5597921"/>
                  <a:pt x="1240916" y="5597512"/>
                </a:cubicBezTo>
                <a:cubicBezTo>
                  <a:pt x="1241214" y="5597102"/>
                  <a:pt x="1241363" y="5596600"/>
                  <a:pt x="1241363" y="5596005"/>
                </a:cubicBezTo>
                <a:lnTo>
                  <a:pt x="1241363" y="5551914"/>
                </a:lnTo>
                <a:lnTo>
                  <a:pt x="1292597" y="5551914"/>
                </a:lnTo>
                <a:lnTo>
                  <a:pt x="1292597" y="5596005"/>
                </a:lnTo>
                <a:cubicBezTo>
                  <a:pt x="1292597" y="5596600"/>
                  <a:pt x="1292746" y="5597102"/>
                  <a:pt x="1293043" y="5597512"/>
                </a:cubicBezTo>
                <a:cubicBezTo>
                  <a:pt x="1293341" y="5597921"/>
                  <a:pt x="1293825" y="5598274"/>
                  <a:pt x="1294494" y="5598572"/>
                </a:cubicBezTo>
                <a:cubicBezTo>
                  <a:pt x="1295164" y="5598870"/>
                  <a:pt x="1296094" y="5599093"/>
                  <a:pt x="1297285" y="5599242"/>
                </a:cubicBezTo>
                <a:cubicBezTo>
                  <a:pt x="1298476" y="5599391"/>
                  <a:pt x="1300001" y="5599465"/>
                  <a:pt x="1301861" y="5599465"/>
                </a:cubicBezTo>
                <a:cubicBezTo>
                  <a:pt x="1303647" y="5599465"/>
                  <a:pt x="1305136" y="5599391"/>
                  <a:pt x="1306326" y="5599242"/>
                </a:cubicBezTo>
                <a:cubicBezTo>
                  <a:pt x="1307517" y="5599093"/>
                  <a:pt x="1308447" y="5598870"/>
                  <a:pt x="1309117" y="5598572"/>
                </a:cubicBezTo>
                <a:cubicBezTo>
                  <a:pt x="1309786" y="5598274"/>
                  <a:pt x="1310270" y="5597921"/>
                  <a:pt x="1310568" y="5597512"/>
                </a:cubicBezTo>
                <a:cubicBezTo>
                  <a:pt x="1310865" y="5597102"/>
                  <a:pt x="1311014" y="5596600"/>
                  <a:pt x="1311014" y="5596005"/>
                </a:cubicBezTo>
                <a:lnTo>
                  <a:pt x="1311014" y="5495546"/>
                </a:lnTo>
                <a:cubicBezTo>
                  <a:pt x="1311014" y="5494950"/>
                  <a:pt x="1310865" y="5494448"/>
                  <a:pt x="1310568" y="5494039"/>
                </a:cubicBezTo>
                <a:cubicBezTo>
                  <a:pt x="1310270" y="5493630"/>
                  <a:pt x="1309786" y="5493257"/>
                  <a:pt x="1309117" y="5492923"/>
                </a:cubicBezTo>
                <a:cubicBezTo>
                  <a:pt x="1308447" y="5492588"/>
                  <a:pt x="1307517" y="5492365"/>
                  <a:pt x="1306326" y="5492253"/>
                </a:cubicBezTo>
                <a:cubicBezTo>
                  <a:pt x="1305136" y="5492141"/>
                  <a:pt x="1303647" y="5492085"/>
                  <a:pt x="1301861" y="5492085"/>
                </a:cubicBezTo>
                <a:cubicBezTo>
                  <a:pt x="1300001" y="5492085"/>
                  <a:pt x="1298476" y="5492141"/>
                  <a:pt x="1297285" y="5492253"/>
                </a:cubicBezTo>
                <a:cubicBezTo>
                  <a:pt x="1296094" y="5492365"/>
                  <a:pt x="1295164" y="5492588"/>
                  <a:pt x="1294494" y="5492923"/>
                </a:cubicBezTo>
                <a:cubicBezTo>
                  <a:pt x="1293825" y="5493257"/>
                  <a:pt x="1293341" y="5493630"/>
                  <a:pt x="1293043" y="5494039"/>
                </a:cubicBezTo>
                <a:cubicBezTo>
                  <a:pt x="1292746" y="5494448"/>
                  <a:pt x="1292597" y="5494950"/>
                  <a:pt x="1292597" y="5495546"/>
                </a:cubicBezTo>
                <a:lnTo>
                  <a:pt x="1292597" y="5536399"/>
                </a:lnTo>
                <a:lnTo>
                  <a:pt x="1241363" y="5536399"/>
                </a:lnTo>
                <a:lnTo>
                  <a:pt x="1241363" y="5495546"/>
                </a:lnTo>
                <a:cubicBezTo>
                  <a:pt x="1241363" y="5494950"/>
                  <a:pt x="1241214" y="5494448"/>
                  <a:pt x="1240916" y="5494039"/>
                </a:cubicBezTo>
                <a:cubicBezTo>
                  <a:pt x="1240619" y="5493630"/>
                  <a:pt x="1240135" y="5493257"/>
                  <a:pt x="1239465" y="5492923"/>
                </a:cubicBezTo>
                <a:cubicBezTo>
                  <a:pt x="1238795" y="5492588"/>
                  <a:pt x="1237865" y="5492365"/>
                  <a:pt x="1236675" y="5492253"/>
                </a:cubicBezTo>
                <a:cubicBezTo>
                  <a:pt x="1235484" y="5492141"/>
                  <a:pt x="1233958" y="5492085"/>
                  <a:pt x="1232098" y="5492085"/>
                </a:cubicBezTo>
                <a:close/>
                <a:moveTo>
                  <a:pt x="3478212" y="5491081"/>
                </a:moveTo>
                <a:cubicBezTo>
                  <a:pt x="3475682" y="5491081"/>
                  <a:pt x="3473190" y="5491118"/>
                  <a:pt x="3470734" y="5491193"/>
                </a:cubicBezTo>
                <a:cubicBezTo>
                  <a:pt x="3468278" y="5491267"/>
                  <a:pt x="3465897" y="5491360"/>
                  <a:pt x="3463590" y="5491472"/>
                </a:cubicBezTo>
                <a:cubicBezTo>
                  <a:pt x="3461283" y="5491583"/>
                  <a:pt x="3459032" y="5491713"/>
                  <a:pt x="3456837" y="5491862"/>
                </a:cubicBezTo>
                <a:cubicBezTo>
                  <a:pt x="3454642" y="5492011"/>
                  <a:pt x="3452577" y="5492197"/>
                  <a:pt x="3450642" y="5492420"/>
                </a:cubicBezTo>
                <a:cubicBezTo>
                  <a:pt x="3447814" y="5492718"/>
                  <a:pt x="3445712" y="5493685"/>
                  <a:pt x="3444335" y="5495322"/>
                </a:cubicBezTo>
                <a:cubicBezTo>
                  <a:pt x="3442959" y="5496960"/>
                  <a:pt x="3442270" y="5499304"/>
                  <a:pt x="3442270" y="5502355"/>
                </a:cubicBezTo>
                <a:lnTo>
                  <a:pt x="3442270" y="5588861"/>
                </a:lnTo>
                <a:cubicBezTo>
                  <a:pt x="3442270" y="5591986"/>
                  <a:pt x="3442977" y="5594349"/>
                  <a:pt x="3444391" y="5595949"/>
                </a:cubicBezTo>
                <a:cubicBezTo>
                  <a:pt x="3445805" y="5597549"/>
                  <a:pt x="3448000" y="5598535"/>
                  <a:pt x="3450977" y="5598907"/>
                </a:cubicBezTo>
                <a:cubicBezTo>
                  <a:pt x="3453060" y="5599130"/>
                  <a:pt x="3455162" y="5599316"/>
                  <a:pt x="3457283" y="5599465"/>
                </a:cubicBezTo>
                <a:cubicBezTo>
                  <a:pt x="3459404" y="5599614"/>
                  <a:pt x="3461544" y="5599744"/>
                  <a:pt x="3463701" y="5599856"/>
                </a:cubicBezTo>
                <a:cubicBezTo>
                  <a:pt x="3465860" y="5599967"/>
                  <a:pt x="3468092" y="5600042"/>
                  <a:pt x="3470399" y="5600079"/>
                </a:cubicBezTo>
                <a:cubicBezTo>
                  <a:pt x="3472706" y="5600116"/>
                  <a:pt x="3475087" y="5600135"/>
                  <a:pt x="3477543" y="5600135"/>
                </a:cubicBezTo>
                <a:cubicBezTo>
                  <a:pt x="3485356" y="5600135"/>
                  <a:pt x="3492202" y="5599409"/>
                  <a:pt x="3498081" y="5597958"/>
                </a:cubicBezTo>
                <a:cubicBezTo>
                  <a:pt x="3503960" y="5596507"/>
                  <a:pt x="3508871" y="5594386"/>
                  <a:pt x="3512815" y="5591596"/>
                </a:cubicBezTo>
                <a:cubicBezTo>
                  <a:pt x="3516759" y="5588805"/>
                  <a:pt x="3519735" y="5585345"/>
                  <a:pt x="3521745" y="5581215"/>
                </a:cubicBezTo>
                <a:cubicBezTo>
                  <a:pt x="3523754" y="5577085"/>
                  <a:pt x="3524758" y="5572378"/>
                  <a:pt x="3524758" y="5567095"/>
                </a:cubicBezTo>
                <a:cubicBezTo>
                  <a:pt x="3524758" y="5560323"/>
                  <a:pt x="3522898" y="5554705"/>
                  <a:pt x="3519177" y="5550240"/>
                </a:cubicBezTo>
                <a:cubicBezTo>
                  <a:pt x="3515456" y="5545775"/>
                  <a:pt x="3509913" y="5542761"/>
                  <a:pt x="3502546" y="5541199"/>
                </a:cubicBezTo>
                <a:cubicBezTo>
                  <a:pt x="3508424" y="5539487"/>
                  <a:pt x="3512871" y="5536622"/>
                  <a:pt x="3515884" y="5532604"/>
                </a:cubicBezTo>
                <a:cubicBezTo>
                  <a:pt x="3518898" y="5528586"/>
                  <a:pt x="3520405" y="5523749"/>
                  <a:pt x="3520405" y="5518093"/>
                </a:cubicBezTo>
                <a:cubicBezTo>
                  <a:pt x="3520405" y="5513777"/>
                  <a:pt x="3519568" y="5509945"/>
                  <a:pt x="3517894" y="5506596"/>
                </a:cubicBezTo>
                <a:cubicBezTo>
                  <a:pt x="3516219" y="5503248"/>
                  <a:pt x="3513634" y="5500420"/>
                  <a:pt x="3510136" y="5498113"/>
                </a:cubicBezTo>
                <a:cubicBezTo>
                  <a:pt x="3506639" y="5495806"/>
                  <a:pt x="3502248" y="5494057"/>
                  <a:pt x="3496965" y="5492867"/>
                </a:cubicBezTo>
                <a:cubicBezTo>
                  <a:pt x="3491681" y="5491676"/>
                  <a:pt x="3485430" y="5491081"/>
                  <a:pt x="3478212" y="5491081"/>
                </a:cubicBezTo>
                <a:close/>
                <a:moveTo>
                  <a:pt x="4049824" y="5490523"/>
                </a:moveTo>
                <a:cubicBezTo>
                  <a:pt x="4045954" y="5490523"/>
                  <a:pt x="4042122" y="5490876"/>
                  <a:pt x="4038327" y="5491583"/>
                </a:cubicBezTo>
                <a:cubicBezTo>
                  <a:pt x="4034532" y="5492290"/>
                  <a:pt x="4031034" y="5493183"/>
                  <a:pt x="4027835" y="5494262"/>
                </a:cubicBezTo>
                <a:cubicBezTo>
                  <a:pt x="4024635" y="5495341"/>
                  <a:pt x="4021807" y="5496532"/>
                  <a:pt x="4019351" y="5497834"/>
                </a:cubicBezTo>
                <a:cubicBezTo>
                  <a:pt x="4016896" y="5499136"/>
                  <a:pt x="4015165" y="5500271"/>
                  <a:pt x="4014161" y="5501238"/>
                </a:cubicBezTo>
                <a:cubicBezTo>
                  <a:pt x="4013156" y="5502206"/>
                  <a:pt x="4012524" y="5503229"/>
                  <a:pt x="4012264" y="5504308"/>
                </a:cubicBezTo>
                <a:cubicBezTo>
                  <a:pt x="4012003" y="5505387"/>
                  <a:pt x="4011873" y="5506857"/>
                  <a:pt x="4011873" y="5508717"/>
                </a:cubicBezTo>
                <a:cubicBezTo>
                  <a:pt x="4011873" y="5509833"/>
                  <a:pt x="4011947" y="5510856"/>
                  <a:pt x="4012096" y="5511787"/>
                </a:cubicBezTo>
                <a:cubicBezTo>
                  <a:pt x="4012245" y="5512717"/>
                  <a:pt x="4012487" y="5513480"/>
                  <a:pt x="4012821" y="5514075"/>
                </a:cubicBezTo>
                <a:cubicBezTo>
                  <a:pt x="4013156" y="5514670"/>
                  <a:pt x="4013547" y="5515117"/>
                  <a:pt x="4013993" y="5515414"/>
                </a:cubicBezTo>
                <a:cubicBezTo>
                  <a:pt x="4014440" y="5515712"/>
                  <a:pt x="4014961" y="5515861"/>
                  <a:pt x="4015556" y="5515861"/>
                </a:cubicBezTo>
                <a:cubicBezTo>
                  <a:pt x="4016449" y="5515861"/>
                  <a:pt x="4017807" y="5515321"/>
                  <a:pt x="4019631" y="5514242"/>
                </a:cubicBezTo>
                <a:cubicBezTo>
                  <a:pt x="4021453" y="5513163"/>
                  <a:pt x="4023723" y="5511973"/>
                  <a:pt x="4026439" y="5510670"/>
                </a:cubicBezTo>
                <a:cubicBezTo>
                  <a:pt x="4029155" y="5509368"/>
                  <a:pt x="4032318" y="5508178"/>
                  <a:pt x="4035927" y="5507099"/>
                </a:cubicBezTo>
                <a:cubicBezTo>
                  <a:pt x="4039536" y="5506020"/>
                  <a:pt x="4043610" y="5505480"/>
                  <a:pt x="4048150" y="5505480"/>
                </a:cubicBezTo>
                <a:cubicBezTo>
                  <a:pt x="4052391" y="5505480"/>
                  <a:pt x="4055963" y="5505982"/>
                  <a:pt x="4058865" y="5506987"/>
                </a:cubicBezTo>
                <a:cubicBezTo>
                  <a:pt x="4061767" y="5507991"/>
                  <a:pt x="4064130" y="5509480"/>
                  <a:pt x="4065953" y="5511452"/>
                </a:cubicBezTo>
                <a:cubicBezTo>
                  <a:pt x="4067776" y="5513424"/>
                  <a:pt x="4069097" y="5515898"/>
                  <a:pt x="4069916" y="5518875"/>
                </a:cubicBezTo>
                <a:cubicBezTo>
                  <a:pt x="4070734" y="5521851"/>
                  <a:pt x="4071143" y="5525274"/>
                  <a:pt x="4071143" y="5529144"/>
                </a:cubicBezTo>
                <a:lnTo>
                  <a:pt x="4071143" y="5536957"/>
                </a:lnTo>
                <a:lnTo>
                  <a:pt x="4057303" y="5536957"/>
                </a:lnTo>
                <a:cubicBezTo>
                  <a:pt x="4049489" y="5536957"/>
                  <a:pt x="4042457" y="5537645"/>
                  <a:pt x="4036206" y="5539022"/>
                </a:cubicBezTo>
                <a:cubicBezTo>
                  <a:pt x="4029955" y="5540399"/>
                  <a:pt x="4024672" y="5542464"/>
                  <a:pt x="4020356" y="5545217"/>
                </a:cubicBezTo>
                <a:cubicBezTo>
                  <a:pt x="4016040" y="5547970"/>
                  <a:pt x="4012728" y="5551431"/>
                  <a:pt x="4010422" y="5555598"/>
                </a:cubicBezTo>
                <a:cubicBezTo>
                  <a:pt x="4008115" y="5559765"/>
                  <a:pt x="4006961" y="5564676"/>
                  <a:pt x="4006961" y="5570332"/>
                </a:cubicBezTo>
                <a:cubicBezTo>
                  <a:pt x="4006961" y="5575169"/>
                  <a:pt x="4007798" y="5579485"/>
                  <a:pt x="4009473" y="5583280"/>
                </a:cubicBezTo>
                <a:cubicBezTo>
                  <a:pt x="4011147" y="5587075"/>
                  <a:pt x="4013491" y="5590275"/>
                  <a:pt x="4016505" y="5592879"/>
                </a:cubicBezTo>
                <a:cubicBezTo>
                  <a:pt x="4019519" y="5595484"/>
                  <a:pt x="4023165" y="5597474"/>
                  <a:pt x="4027444" y="5598851"/>
                </a:cubicBezTo>
                <a:cubicBezTo>
                  <a:pt x="4031723" y="5600228"/>
                  <a:pt x="4036504" y="5600916"/>
                  <a:pt x="4041787" y="5600916"/>
                </a:cubicBezTo>
                <a:cubicBezTo>
                  <a:pt x="4047815" y="5600916"/>
                  <a:pt x="4053526" y="5599614"/>
                  <a:pt x="4058921" y="5597009"/>
                </a:cubicBezTo>
                <a:cubicBezTo>
                  <a:pt x="4064316" y="5594405"/>
                  <a:pt x="4069209" y="5590759"/>
                  <a:pt x="4073599" y="5586070"/>
                </a:cubicBezTo>
                <a:lnTo>
                  <a:pt x="4073599" y="5596116"/>
                </a:lnTo>
                <a:cubicBezTo>
                  <a:pt x="4073599" y="5597009"/>
                  <a:pt x="4073860" y="5597679"/>
                  <a:pt x="4074381" y="5598126"/>
                </a:cubicBezTo>
                <a:cubicBezTo>
                  <a:pt x="4074902" y="5598572"/>
                  <a:pt x="4075739" y="5598907"/>
                  <a:pt x="4076892" y="5599130"/>
                </a:cubicBezTo>
                <a:cubicBezTo>
                  <a:pt x="4078046" y="5599353"/>
                  <a:pt x="4079590" y="5599465"/>
                  <a:pt x="4081524" y="5599465"/>
                </a:cubicBezTo>
                <a:cubicBezTo>
                  <a:pt x="4083533" y="5599465"/>
                  <a:pt x="4085059" y="5599353"/>
                  <a:pt x="4086101" y="5599130"/>
                </a:cubicBezTo>
                <a:cubicBezTo>
                  <a:pt x="4087142" y="5598907"/>
                  <a:pt x="4087961" y="5598572"/>
                  <a:pt x="4088557" y="5598126"/>
                </a:cubicBezTo>
                <a:cubicBezTo>
                  <a:pt x="4089152" y="5597679"/>
                  <a:pt x="4089449" y="5597009"/>
                  <a:pt x="4089449" y="5596116"/>
                </a:cubicBezTo>
                <a:lnTo>
                  <a:pt x="4089449" y="5528362"/>
                </a:lnTo>
                <a:cubicBezTo>
                  <a:pt x="4089449" y="5522112"/>
                  <a:pt x="4088742" y="5516642"/>
                  <a:pt x="4087329" y="5511954"/>
                </a:cubicBezTo>
                <a:cubicBezTo>
                  <a:pt x="4085915" y="5507266"/>
                  <a:pt x="4083645" y="5503341"/>
                  <a:pt x="4080520" y="5500178"/>
                </a:cubicBezTo>
                <a:cubicBezTo>
                  <a:pt x="4077394" y="5497015"/>
                  <a:pt x="4073302" y="5494616"/>
                  <a:pt x="4068242" y="5492978"/>
                </a:cubicBezTo>
                <a:cubicBezTo>
                  <a:pt x="4063181" y="5491341"/>
                  <a:pt x="4057042" y="5490523"/>
                  <a:pt x="4049824" y="5490523"/>
                </a:cubicBezTo>
                <a:close/>
                <a:moveTo>
                  <a:pt x="3369493" y="5490523"/>
                </a:moveTo>
                <a:cubicBezTo>
                  <a:pt x="3362126" y="5490523"/>
                  <a:pt x="3355466" y="5491806"/>
                  <a:pt x="3349513" y="5494374"/>
                </a:cubicBezTo>
                <a:cubicBezTo>
                  <a:pt x="3343560" y="5496941"/>
                  <a:pt x="3338481" y="5500624"/>
                  <a:pt x="3334277" y="5505424"/>
                </a:cubicBezTo>
                <a:cubicBezTo>
                  <a:pt x="3330073" y="5510224"/>
                  <a:pt x="3326854" y="5516065"/>
                  <a:pt x="3324622" y="5522949"/>
                </a:cubicBezTo>
                <a:cubicBezTo>
                  <a:pt x="3322389" y="5529832"/>
                  <a:pt x="3321273" y="5537590"/>
                  <a:pt x="3321273" y="5546222"/>
                </a:cubicBezTo>
                <a:cubicBezTo>
                  <a:pt x="3321273" y="5555300"/>
                  <a:pt x="3322352" y="5563263"/>
                  <a:pt x="3324510" y="5570109"/>
                </a:cubicBezTo>
                <a:cubicBezTo>
                  <a:pt x="3326668" y="5576955"/>
                  <a:pt x="3329868" y="5582647"/>
                  <a:pt x="3334109" y="5587187"/>
                </a:cubicBezTo>
                <a:cubicBezTo>
                  <a:pt x="3338351" y="5591726"/>
                  <a:pt x="3343579" y="5595149"/>
                  <a:pt x="3349792" y="5597456"/>
                </a:cubicBezTo>
                <a:cubicBezTo>
                  <a:pt x="3356006" y="5599763"/>
                  <a:pt x="3363243" y="5600916"/>
                  <a:pt x="3371502" y="5600916"/>
                </a:cubicBezTo>
                <a:cubicBezTo>
                  <a:pt x="3376265" y="5600916"/>
                  <a:pt x="3380749" y="5600563"/>
                  <a:pt x="3384953" y="5599856"/>
                </a:cubicBezTo>
                <a:cubicBezTo>
                  <a:pt x="3389157" y="5599149"/>
                  <a:pt x="3392859" y="5598349"/>
                  <a:pt x="3396059" y="5597456"/>
                </a:cubicBezTo>
                <a:cubicBezTo>
                  <a:pt x="3399259" y="5596563"/>
                  <a:pt x="3401863" y="5595651"/>
                  <a:pt x="3403873" y="5594721"/>
                </a:cubicBezTo>
                <a:cubicBezTo>
                  <a:pt x="3405882" y="5593791"/>
                  <a:pt x="3407091" y="5593121"/>
                  <a:pt x="3407500" y="5592712"/>
                </a:cubicBezTo>
                <a:cubicBezTo>
                  <a:pt x="3407910" y="5592303"/>
                  <a:pt x="3408245" y="5591875"/>
                  <a:pt x="3408505" y="5591428"/>
                </a:cubicBezTo>
                <a:cubicBezTo>
                  <a:pt x="3408765" y="5590982"/>
                  <a:pt x="3408951" y="5590479"/>
                  <a:pt x="3409063" y="5589921"/>
                </a:cubicBezTo>
                <a:cubicBezTo>
                  <a:pt x="3409175" y="5589363"/>
                  <a:pt x="3409268" y="5588731"/>
                  <a:pt x="3409342" y="5588024"/>
                </a:cubicBezTo>
                <a:cubicBezTo>
                  <a:pt x="3409417" y="5587317"/>
                  <a:pt x="3409454" y="5586480"/>
                  <a:pt x="3409454" y="5585512"/>
                </a:cubicBezTo>
                <a:cubicBezTo>
                  <a:pt x="3409454" y="5584173"/>
                  <a:pt x="3409398" y="5583038"/>
                  <a:pt x="3409285" y="5582108"/>
                </a:cubicBezTo>
                <a:cubicBezTo>
                  <a:pt x="3409173" y="5581178"/>
                  <a:pt x="3409005" y="5580452"/>
                  <a:pt x="3408780" y="5579931"/>
                </a:cubicBezTo>
                <a:cubicBezTo>
                  <a:pt x="3408556" y="5579410"/>
                  <a:pt x="3408238" y="5579020"/>
                  <a:pt x="3407827" y="5578759"/>
                </a:cubicBezTo>
                <a:cubicBezTo>
                  <a:pt x="3407416" y="5578499"/>
                  <a:pt x="3406949" y="5578369"/>
                  <a:pt x="3406426" y="5578369"/>
                </a:cubicBezTo>
                <a:cubicBezTo>
                  <a:pt x="3405529" y="5578369"/>
                  <a:pt x="3404201" y="5578759"/>
                  <a:pt x="3402443" y="5579541"/>
                </a:cubicBezTo>
                <a:cubicBezTo>
                  <a:pt x="3400686" y="5580322"/>
                  <a:pt x="3398442" y="5581196"/>
                  <a:pt x="3395713" y="5582164"/>
                </a:cubicBezTo>
                <a:cubicBezTo>
                  <a:pt x="3392983" y="5583131"/>
                  <a:pt x="3389749" y="5584005"/>
                  <a:pt x="3386011" y="5584787"/>
                </a:cubicBezTo>
                <a:cubicBezTo>
                  <a:pt x="3382272" y="5585568"/>
                  <a:pt x="3378010" y="5585959"/>
                  <a:pt x="3373224" y="5585959"/>
                </a:cubicBezTo>
                <a:cubicBezTo>
                  <a:pt x="3367167" y="5585959"/>
                  <a:pt x="3362045" y="5585103"/>
                  <a:pt x="3357858" y="5583392"/>
                </a:cubicBezTo>
                <a:cubicBezTo>
                  <a:pt x="3353670" y="5581680"/>
                  <a:pt x="3350268" y="5579224"/>
                  <a:pt x="3347650" y="5576025"/>
                </a:cubicBezTo>
                <a:cubicBezTo>
                  <a:pt x="3345033" y="5572825"/>
                  <a:pt x="3343164" y="5568992"/>
                  <a:pt x="3342043" y="5564528"/>
                </a:cubicBezTo>
                <a:cubicBezTo>
                  <a:pt x="3340921" y="5560063"/>
                  <a:pt x="3340360" y="5555040"/>
                  <a:pt x="3340360" y="5549459"/>
                </a:cubicBezTo>
                <a:lnTo>
                  <a:pt x="3406519" y="5549459"/>
                </a:lnTo>
                <a:cubicBezTo>
                  <a:pt x="3408388" y="5549459"/>
                  <a:pt x="3410052" y="5548845"/>
                  <a:pt x="3411509" y="5547617"/>
                </a:cubicBezTo>
                <a:cubicBezTo>
                  <a:pt x="3412966" y="5546389"/>
                  <a:pt x="3413695" y="5544324"/>
                  <a:pt x="3413695" y="5541422"/>
                </a:cubicBezTo>
                <a:lnTo>
                  <a:pt x="3413695" y="5538073"/>
                </a:lnTo>
                <a:cubicBezTo>
                  <a:pt x="3413695" y="5531525"/>
                  <a:pt x="3412858" y="5525367"/>
                  <a:pt x="3411184" y="5519600"/>
                </a:cubicBezTo>
                <a:cubicBezTo>
                  <a:pt x="3409510" y="5513833"/>
                  <a:pt x="3406886" y="5508810"/>
                  <a:pt x="3403314" y="5504531"/>
                </a:cubicBezTo>
                <a:cubicBezTo>
                  <a:pt x="3399743" y="5500252"/>
                  <a:pt x="3395185" y="5496848"/>
                  <a:pt x="3389641" y="5494318"/>
                </a:cubicBezTo>
                <a:cubicBezTo>
                  <a:pt x="3384097" y="5491788"/>
                  <a:pt x="3377381" y="5490523"/>
                  <a:pt x="3369493" y="5490523"/>
                </a:cubicBezTo>
                <a:close/>
                <a:moveTo>
                  <a:pt x="3140893" y="5490523"/>
                </a:moveTo>
                <a:cubicBezTo>
                  <a:pt x="3133526" y="5490523"/>
                  <a:pt x="3126866" y="5491806"/>
                  <a:pt x="3120913" y="5494374"/>
                </a:cubicBezTo>
                <a:cubicBezTo>
                  <a:pt x="3114960" y="5496941"/>
                  <a:pt x="3109881" y="5500624"/>
                  <a:pt x="3105677" y="5505424"/>
                </a:cubicBezTo>
                <a:cubicBezTo>
                  <a:pt x="3101473" y="5510224"/>
                  <a:pt x="3098254" y="5516065"/>
                  <a:pt x="3096022" y="5522949"/>
                </a:cubicBezTo>
                <a:cubicBezTo>
                  <a:pt x="3093789" y="5529832"/>
                  <a:pt x="3092673" y="5537590"/>
                  <a:pt x="3092673" y="5546222"/>
                </a:cubicBezTo>
                <a:cubicBezTo>
                  <a:pt x="3092673" y="5555300"/>
                  <a:pt x="3093752" y="5563263"/>
                  <a:pt x="3095910" y="5570109"/>
                </a:cubicBezTo>
                <a:cubicBezTo>
                  <a:pt x="3098068" y="5576955"/>
                  <a:pt x="3101268" y="5582647"/>
                  <a:pt x="3105509" y="5587187"/>
                </a:cubicBezTo>
                <a:cubicBezTo>
                  <a:pt x="3109751" y="5591726"/>
                  <a:pt x="3114979" y="5595149"/>
                  <a:pt x="3121192" y="5597456"/>
                </a:cubicBezTo>
                <a:cubicBezTo>
                  <a:pt x="3127406" y="5599763"/>
                  <a:pt x="3134642" y="5600916"/>
                  <a:pt x="3142902" y="5600916"/>
                </a:cubicBezTo>
                <a:cubicBezTo>
                  <a:pt x="3147665" y="5600916"/>
                  <a:pt x="3152148" y="5600563"/>
                  <a:pt x="3156353" y="5599856"/>
                </a:cubicBezTo>
                <a:cubicBezTo>
                  <a:pt x="3160557" y="5599149"/>
                  <a:pt x="3164259" y="5598349"/>
                  <a:pt x="3167459" y="5597456"/>
                </a:cubicBezTo>
                <a:cubicBezTo>
                  <a:pt x="3170659" y="5596563"/>
                  <a:pt x="3173263" y="5595651"/>
                  <a:pt x="3175273" y="5594721"/>
                </a:cubicBezTo>
                <a:cubicBezTo>
                  <a:pt x="3177282" y="5593791"/>
                  <a:pt x="3178491" y="5593121"/>
                  <a:pt x="3178900" y="5592712"/>
                </a:cubicBezTo>
                <a:cubicBezTo>
                  <a:pt x="3179310" y="5592303"/>
                  <a:pt x="3179645" y="5591875"/>
                  <a:pt x="3179905" y="5591428"/>
                </a:cubicBezTo>
                <a:cubicBezTo>
                  <a:pt x="3180165" y="5590982"/>
                  <a:pt x="3180352" y="5590479"/>
                  <a:pt x="3180463" y="5589921"/>
                </a:cubicBezTo>
                <a:cubicBezTo>
                  <a:pt x="3180575" y="5589363"/>
                  <a:pt x="3180668" y="5588731"/>
                  <a:pt x="3180742" y="5588024"/>
                </a:cubicBezTo>
                <a:cubicBezTo>
                  <a:pt x="3180817" y="5587317"/>
                  <a:pt x="3180854" y="5586480"/>
                  <a:pt x="3180854" y="5585512"/>
                </a:cubicBezTo>
                <a:cubicBezTo>
                  <a:pt x="3180854" y="5584173"/>
                  <a:pt x="3180798" y="5583038"/>
                  <a:pt x="3180686" y="5582108"/>
                </a:cubicBezTo>
                <a:cubicBezTo>
                  <a:pt x="3180573" y="5581178"/>
                  <a:pt x="3180405" y="5580452"/>
                  <a:pt x="3180181" y="5579931"/>
                </a:cubicBezTo>
                <a:cubicBezTo>
                  <a:pt x="3179956" y="5579410"/>
                  <a:pt x="3179639" y="5579020"/>
                  <a:pt x="3179228" y="5578759"/>
                </a:cubicBezTo>
                <a:cubicBezTo>
                  <a:pt x="3178816" y="5578499"/>
                  <a:pt x="3178349" y="5578369"/>
                  <a:pt x="3177826" y="5578369"/>
                </a:cubicBezTo>
                <a:cubicBezTo>
                  <a:pt x="3176929" y="5578369"/>
                  <a:pt x="3175601" y="5578759"/>
                  <a:pt x="3173844" y="5579541"/>
                </a:cubicBezTo>
                <a:cubicBezTo>
                  <a:pt x="3172086" y="5580322"/>
                  <a:pt x="3169842" y="5581196"/>
                  <a:pt x="3167113" y="5582164"/>
                </a:cubicBezTo>
                <a:cubicBezTo>
                  <a:pt x="3164383" y="5583131"/>
                  <a:pt x="3161150" y="5584005"/>
                  <a:pt x="3157411" y="5584787"/>
                </a:cubicBezTo>
                <a:cubicBezTo>
                  <a:pt x="3153672" y="5585568"/>
                  <a:pt x="3149410" y="5585959"/>
                  <a:pt x="3144624" y="5585959"/>
                </a:cubicBezTo>
                <a:cubicBezTo>
                  <a:pt x="3138567" y="5585959"/>
                  <a:pt x="3133445" y="5585103"/>
                  <a:pt x="3129258" y="5583392"/>
                </a:cubicBezTo>
                <a:cubicBezTo>
                  <a:pt x="3125070" y="5581680"/>
                  <a:pt x="3121668" y="5579224"/>
                  <a:pt x="3119050" y="5576025"/>
                </a:cubicBezTo>
                <a:cubicBezTo>
                  <a:pt x="3116433" y="5572825"/>
                  <a:pt x="3114564" y="5568992"/>
                  <a:pt x="3113443" y="5564528"/>
                </a:cubicBezTo>
                <a:cubicBezTo>
                  <a:pt x="3112321" y="5560063"/>
                  <a:pt x="3111760" y="5555040"/>
                  <a:pt x="3111760" y="5549459"/>
                </a:cubicBezTo>
                <a:lnTo>
                  <a:pt x="3177918" y="5549459"/>
                </a:lnTo>
                <a:cubicBezTo>
                  <a:pt x="3179788" y="5549459"/>
                  <a:pt x="3181452" y="5548845"/>
                  <a:pt x="3182909" y="5547617"/>
                </a:cubicBezTo>
                <a:cubicBezTo>
                  <a:pt x="3184366" y="5546389"/>
                  <a:pt x="3185095" y="5544324"/>
                  <a:pt x="3185095" y="5541422"/>
                </a:cubicBezTo>
                <a:lnTo>
                  <a:pt x="3185095" y="5538073"/>
                </a:lnTo>
                <a:cubicBezTo>
                  <a:pt x="3185095" y="5531525"/>
                  <a:pt x="3184258" y="5525367"/>
                  <a:pt x="3182584" y="5519600"/>
                </a:cubicBezTo>
                <a:cubicBezTo>
                  <a:pt x="3180909" y="5513833"/>
                  <a:pt x="3178286" y="5508810"/>
                  <a:pt x="3174714" y="5504531"/>
                </a:cubicBezTo>
                <a:cubicBezTo>
                  <a:pt x="3171143" y="5500252"/>
                  <a:pt x="3166585" y="5496848"/>
                  <a:pt x="3161041" y="5494318"/>
                </a:cubicBezTo>
                <a:cubicBezTo>
                  <a:pt x="3155497" y="5491788"/>
                  <a:pt x="3148781" y="5490523"/>
                  <a:pt x="3140893" y="5490523"/>
                </a:cubicBezTo>
                <a:close/>
                <a:moveTo>
                  <a:pt x="2857822" y="5490523"/>
                </a:moveTo>
                <a:cubicBezTo>
                  <a:pt x="2849265" y="5490523"/>
                  <a:pt x="2841786" y="5491899"/>
                  <a:pt x="2835387" y="5494653"/>
                </a:cubicBezTo>
                <a:cubicBezTo>
                  <a:pt x="2828987" y="5497406"/>
                  <a:pt x="2823648" y="5501276"/>
                  <a:pt x="2819369" y="5506261"/>
                </a:cubicBezTo>
                <a:cubicBezTo>
                  <a:pt x="2815090" y="5511247"/>
                  <a:pt x="2811890" y="5517182"/>
                  <a:pt x="2809770" y="5524065"/>
                </a:cubicBezTo>
                <a:cubicBezTo>
                  <a:pt x="2807648" y="5530948"/>
                  <a:pt x="2806588" y="5538483"/>
                  <a:pt x="2806588" y="5546668"/>
                </a:cubicBezTo>
                <a:cubicBezTo>
                  <a:pt x="2806588" y="5555151"/>
                  <a:pt x="2807593" y="5562742"/>
                  <a:pt x="2809602" y="5569439"/>
                </a:cubicBezTo>
                <a:cubicBezTo>
                  <a:pt x="2811611" y="5576136"/>
                  <a:pt x="2814662" y="5581829"/>
                  <a:pt x="2818755" y="5586517"/>
                </a:cubicBezTo>
                <a:cubicBezTo>
                  <a:pt x="2822848" y="5591205"/>
                  <a:pt x="2827964" y="5594777"/>
                  <a:pt x="2834103" y="5597233"/>
                </a:cubicBezTo>
                <a:cubicBezTo>
                  <a:pt x="2840242" y="5599688"/>
                  <a:pt x="2847442" y="5600916"/>
                  <a:pt x="2855702" y="5600916"/>
                </a:cubicBezTo>
                <a:cubicBezTo>
                  <a:pt x="2864185" y="5600916"/>
                  <a:pt x="2871645" y="5599521"/>
                  <a:pt x="2878081" y="5596730"/>
                </a:cubicBezTo>
                <a:cubicBezTo>
                  <a:pt x="2884518" y="5593940"/>
                  <a:pt x="2889876" y="5590052"/>
                  <a:pt x="2894155" y="5585066"/>
                </a:cubicBezTo>
                <a:cubicBezTo>
                  <a:pt x="2898434" y="5580080"/>
                  <a:pt x="2901652" y="5574146"/>
                  <a:pt x="2903810" y="5567262"/>
                </a:cubicBezTo>
                <a:cubicBezTo>
                  <a:pt x="2905968" y="5560379"/>
                  <a:pt x="2907047" y="5552845"/>
                  <a:pt x="2907047" y="5544659"/>
                </a:cubicBezTo>
                <a:cubicBezTo>
                  <a:pt x="2907047" y="5536250"/>
                  <a:pt x="2906024" y="5528697"/>
                  <a:pt x="2903977" y="5522000"/>
                </a:cubicBezTo>
                <a:cubicBezTo>
                  <a:pt x="2901931" y="5515303"/>
                  <a:pt x="2898862" y="5509610"/>
                  <a:pt x="2894769" y="5504922"/>
                </a:cubicBezTo>
                <a:cubicBezTo>
                  <a:pt x="2890676" y="5500234"/>
                  <a:pt x="2885560" y="5496662"/>
                  <a:pt x="2879421" y="5494206"/>
                </a:cubicBezTo>
                <a:cubicBezTo>
                  <a:pt x="2873282" y="5491751"/>
                  <a:pt x="2866082" y="5490523"/>
                  <a:pt x="2857822" y="5490523"/>
                </a:cubicBezTo>
                <a:close/>
                <a:moveTo>
                  <a:pt x="2352997" y="5490523"/>
                </a:moveTo>
                <a:cubicBezTo>
                  <a:pt x="2344440" y="5490523"/>
                  <a:pt x="2336961" y="5491899"/>
                  <a:pt x="2330562" y="5494653"/>
                </a:cubicBezTo>
                <a:cubicBezTo>
                  <a:pt x="2324162" y="5497406"/>
                  <a:pt x="2318823" y="5501276"/>
                  <a:pt x="2314544" y="5506261"/>
                </a:cubicBezTo>
                <a:cubicBezTo>
                  <a:pt x="2310265" y="5511247"/>
                  <a:pt x="2307065" y="5517182"/>
                  <a:pt x="2304945" y="5524065"/>
                </a:cubicBezTo>
                <a:cubicBezTo>
                  <a:pt x="2302824" y="5530948"/>
                  <a:pt x="2301763" y="5538483"/>
                  <a:pt x="2301763" y="5546668"/>
                </a:cubicBezTo>
                <a:cubicBezTo>
                  <a:pt x="2301763" y="5555151"/>
                  <a:pt x="2302768" y="5562742"/>
                  <a:pt x="2304777" y="5569439"/>
                </a:cubicBezTo>
                <a:cubicBezTo>
                  <a:pt x="2306786" y="5576136"/>
                  <a:pt x="2309837" y="5581829"/>
                  <a:pt x="2313930" y="5586517"/>
                </a:cubicBezTo>
                <a:cubicBezTo>
                  <a:pt x="2318023" y="5591205"/>
                  <a:pt x="2323139" y="5594777"/>
                  <a:pt x="2329278" y="5597233"/>
                </a:cubicBezTo>
                <a:cubicBezTo>
                  <a:pt x="2335417" y="5599688"/>
                  <a:pt x="2342617" y="5600916"/>
                  <a:pt x="2350877" y="5600916"/>
                </a:cubicBezTo>
                <a:cubicBezTo>
                  <a:pt x="2359360" y="5600916"/>
                  <a:pt x="2366820" y="5599521"/>
                  <a:pt x="2373256" y="5596730"/>
                </a:cubicBezTo>
                <a:cubicBezTo>
                  <a:pt x="2379693" y="5593940"/>
                  <a:pt x="2385051" y="5590052"/>
                  <a:pt x="2389330" y="5585066"/>
                </a:cubicBezTo>
                <a:cubicBezTo>
                  <a:pt x="2393609" y="5580080"/>
                  <a:pt x="2396827" y="5574146"/>
                  <a:pt x="2398985" y="5567262"/>
                </a:cubicBezTo>
                <a:cubicBezTo>
                  <a:pt x="2401143" y="5560379"/>
                  <a:pt x="2402222" y="5552845"/>
                  <a:pt x="2402222" y="5544659"/>
                </a:cubicBezTo>
                <a:cubicBezTo>
                  <a:pt x="2402222" y="5536250"/>
                  <a:pt x="2401199" y="5528697"/>
                  <a:pt x="2399152" y="5522000"/>
                </a:cubicBezTo>
                <a:cubicBezTo>
                  <a:pt x="2397106" y="5515303"/>
                  <a:pt x="2394037" y="5509610"/>
                  <a:pt x="2389944" y="5504922"/>
                </a:cubicBezTo>
                <a:cubicBezTo>
                  <a:pt x="2385851" y="5500234"/>
                  <a:pt x="2380735" y="5496662"/>
                  <a:pt x="2374596" y="5494206"/>
                </a:cubicBezTo>
                <a:cubicBezTo>
                  <a:pt x="2368457" y="5491751"/>
                  <a:pt x="2361257" y="5490523"/>
                  <a:pt x="2352997" y="5490523"/>
                </a:cubicBezTo>
                <a:close/>
                <a:moveTo>
                  <a:pt x="2045518" y="5490523"/>
                </a:moveTo>
                <a:cubicBezTo>
                  <a:pt x="2038151" y="5490523"/>
                  <a:pt x="2031491" y="5491806"/>
                  <a:pt x="2025538" y="5494374"/>
                </a:cubicBezTo>
                <a:cubicBezTo>
                  <a:pt x="2019585" y="5496941"/>
                  <a:pt x="2014506" y="5500624"/>
                  <a:pt x="2010302" y="5505424"/>
                </a:cubicBezTo>
                <a:cubicBezTo>
                  <a:pt x="2006098" y="5510224"/>
                  <a:pt x="2002879" y="5516065"/>
                  <a:pt x="2000647" y="5522949"/>
                </a:cubicBezTo>
                <a:cubicBezTo>
                  <a:pt x="1998414" y="5529832"/>
                  <a:pt x="1997298" y="5537590"/>
                  <a:pt x="1997298" y="5546222"/>
                </a:cubicBezTo>
                <a:cubicBezTo>
                  <a:pt x="1997298" y="5555300"/>
                  <a:pt x="1998377" y="5563263"/>
                  <a:pt x="2000535" y="5570109"/>
                </a:cubicBezTo>
                <a:cubicBezTo>
                  <a:pt x="2002693" y="5576955"/>
                  <a:pt x="2005893" y="5582647"/>
                  <a:pt x="2010134" y="5587187"/>
                </a:cubicBezTo>
                <a:cubicBezTo>
                  <a:pt x="2014376" y="5591726"/>
                  <a:pt x="2019604" y="5595149"/>
                  <a:pt x="2025817" y="5597456"/>
                </a:cubicBezTo>
                <a:cubicBezTo>
                  <a:pt x="2032031" y="5599763"/>
                  <a:pt x="2039268" y="5600916"/>
                  <a:pt x="2047527" y="5600916"/>
                </a:cubicBezTo>
                <a:cubicBezTo>
                  <a:pt x="2052290" y="5600916"/>
                  <a:pt x="2056773" y="5600563"/>
                  <a:pt x="2060978" y="5599856"/>
                </a:cubicBezTo>
                <a:cubicBezTo>
                  <a:pt x="2065182" y="5599149"/>
                  <a:pt x="2068884" y="5598349"/>
                  <a:pt x="2072084" y="5597456"/>
                </a:cubicBezTo>
                <a:cubicBezTo>
                  <a:pt x="2075284" y="5596563"/>
                  <a:pt x="2077889" y="5595651"/>
                  <a:pt x="2079898" y="5594721"/>
                </a:cubicBezTo>
                <a:cubicBezTo>
                  <a:pt x="2081907" y="5593791"/>
                  <a:pt x="2083116" y="5593121"/>
                  <a:pt x="2083525" y="5592712"/>
                </a:cubicBezTo>
                <a:cubicBezTo>
                  <a:pt x="2083935" y="5592303"/>
                  <a:pt x="2084269" y="5591875"/>
                  <a:pt x="2084530" y="5591428"/>
                </a:cubicBezTo>
                <a:cubicBezTo>
                  <a:pt x="2084790" y="5590982"/>
                  <a:pt x="2084977" y="5590479"/>
                  <a:pt x="2085088" y="5589921"/>
                </a:cubicBezTo>
                <a:cubicBezTo>
                  <a:pt x="2085200" y="5589363"/>
                  <a:pt x="2085293" y="5588731"/>
                  <a:pt x="2085367" y="5588024"/>
                </a:cubicBezTo>
                <a:cubicBezTo>
                  <a:pt x="2085441" y="5587317"/>
                  <a:pt x="2085479" y="5586480"/>
                  <a:pt x="2085479" y="5585512"/>
                </a:cubicBezTo>
                <a:cubicBezTo>
                  <a:pt x="2085479" y="5584173"/>
                  <a:pt x="2085423" y="5583038"/>
                  <a:pt x="2085310" y="5582108"/>
                </a:cubicBezTo>
                <a:cubicBezTo>
                  <a:pt x="2085198" y="5581178"/>
                  <a:pt x="2085030" y="5580452"/>
                  <a:pt x="2084805" y="5579931"/>
                </a:cubicBezTo>
                <a:cubicBezTo>
                  <a:pt x="2084581" y="5579410"/>
                  <a:pt x="2084263" y="5579020"/>
                  <a:pt x="2083852" y="5578759"/>
                </a:cubicBezTo>
                <a:cubicBezTo>
                  <a:pt x="2083441" y="5578499"/>
                  <a:pt x="2082974" y="5578369"/>
                  <a:pt x="2082451" y="5578369"/>
                </a:cubicBezTo>
                <a:cubicBezTo>
                  <a:pt x="2081553" y="5578369"/>
                  <a:pt x="2080226" y="5578759"/>
                  <a:pt x="2078468" y="5579541"/>
                </a:cubicBezTo>
                <a:cubicBezTo>
                  <a:pt x="2076711" y="5580322"/>
                  <a:pt x="2074467" y="5581196"/>
                  <a:pt x="2071738" y="5582164"/>
                </a:cubicBezTo>
                <a:cubicBezTo>
                  <a:pt x="2069009" y="5583131"/>
                  <a:pt x="2065774" y="5584005"/>
                  <a:pt x="2062036" y="5584787"/>
                </a:cubicBezTo>
                <a:cubicBezTo>
                  <a:pt x="2058297" y="5585568"/>
                  <a:pt x="2054035" y="5585959"/>
                  <a:pt x="2049249" y="5585959"/>
                </a:cubicBezTo>
                <a:cubicBezTo>
                  <a:pt x="2043192" y="5585959"/>
                  <a:pt x="2038070" y="5585103"/>
                  <a:pt x="2033883" y="5583392"/>
                </a:cubicBezTo>
                <a:cubicBezTo>
                  <a:pt x="2029695" y="5581680"/>
                  <a:pt x="2026293" y="5579224"/>
                  <a:pt x="2023675" y="5576025"/>
                </a:cubicBezTo>
                <a:cubicBezTo>
                  <a:pt x="2021058" y="5572825"/>
                  <a:pt x="2019189" y="5568992"/>
                  <a:pt x="2018067" y="5564528"/>
                </a:cubicBezTo>
                <a:cubicBezTo>
                  <a:pt x="2016946" y="5560063"/>
                  <a:pt x="2016385" y="5555040"/>
                  <a:pt x="2016385" y="5549459"/>
                </a:cubicBezTo>
                <a:lnTo>
                  <a:pt x="2082543" y="5549459"/>
                </a:lnTo>
                <a:cubicBezTo>
                  <a:pt x="2084413" y="5549459"/>
                  <a:pt x="2086077" y="5548845"/>
                  <a:pt x="2087534" y="5547617"/>
                </a:cubicBezTo>
                <a:cubicBezTo>
                  <a:pt x="2088992" y="5546389"/>
                  <a:pt x="2089720" y="5544324"/>
                  <a:pt x="2089720" y="5541422"/>
                </a:cubicBezTo>
                <a:lnTo>
                  <a:pt x="2089720" y="5538073"/>
                </a:lnTo>
                <a:cubicBezTo>
                  <a:pt x="2089720" y="5531525"/>
                  <a:pt x="2088883" y="5525367"/>
                  <a:pt x="2087209" y="5519600"/>
                </a:cubicBezTo>
                <a:cubicBezTo>
                  <a:pt x="2085534" y="5513833"/>
                  <a:pt x="2082911" y="5508810"/>
                  <a:pt x="2079340" y="5504531"/>
                </a:cubicBezTo>
                <a:cubicBezTo>
                  <a:pt x="2075768" y="5500252"/>
                  <a:pt x="2071210" y="5496848"/>
                  <a:pt x="2065666" y="5494318"/>
                </a:cubicBezTo>
                <a:cubicBezTo>
                  <a:pt x="2060122" y="5491788"/>
                  <a:pt x="2053406" y="5490523"/>
                  <a:pt x="2045518" y="5490523"/>
                </a:cubicBezTo>
                <a:close/>
                <a:moveTo>
                  <a:pt x="1924372" y="5490523"/>
                </a:moveTo>
                <a:cubicBezTo>
                  <a:pt x="1915815" y="5490523"/>
                  <a:pt x="1908336" y="5491899"/>
                  <a:pt x="1901936" y="5494653"/>
                </a:cubicBezTo>
                <a:cubicBezTo>
                  <a:pt x="1895537" y="5497406"/>
                  <a:pt x="1890198" y="5501276"/>
                  <a:pt x="1885919" y="5506261"/>
                </a:cubicBezTo>
                <a:cubicBezTo>
                  <a:pt x="1881640" y="5511247"/>
                  <a:pt x="1878440" y="5517182"/>
                  <a:pt x="1876319" y="5524065"/>
                </a:cubicBezTo>
                <a:cubicBezTo>
                  <a:pt x="1874199" y="5530948"/>
                  <a:pt x="1873138" y="5538483"/>
                  <a:pt x="1873138" y="5546668"/>
                </a:cubicBezTo>
                <a:cubicBezTo>
                  <a:pt x="1873138" y="5555151"/>
                  <a:pt x="1874143" y="5562742"/>
                  <a:pt x="1876152" y="5569439"/>
                </a:cubicBezTo>
                <a:cubicBezTo>
                  <a:pt x="1878161" y="5576136"/>
                  <a:pt x="1881212" y="5581829"/>
                  <a:pt x="1885305" y="5586517"/>
                </a:cubicBezTo>
                <a:cubicBezTo>
                  <a:pt x="1889398" y="5591205"/>
                  <a:pt x="1894514" y="5594777"/>
                  <a:pt x="1900653" y="5597233"/>
                </a:cubicBezTo>
                <a:cubicBezTo>
                  <a:pt x="1906792" y="5599688"/>
                  <a:pt x="1913992" y="5600916"/>
                  <a:pt x="1922251" y="5600916"/>
                </a:cubicBezTo>
                <a:cubicBezTo>
                  <a:pt x="1930735" y="5600916"/>
                  <a:pt x="1938195" y="5599521"/>
                  <a:pt x="1944632" y="5596730"/>
                </a:cubicBezTo>
                <a:cubicBezTo>
                  <a:pt x="1951068" y="5593940"/>
                  <a:pt x="1956426" y="5590052"/>
                  <a:pt x="1960705" y="5585066"/>
                </a:cubicBezTo>
                <a:cubicBezTo>
                  <a:pt x="1964984" y="5580080"/>
                  <a:pt x="1968202" y="5574146"/>
                  <a:pt x="1970360" y="5567262"/>
                </a:cubicBezTo>
                <a:cubicBezTo>
                  <a:pt x="1972518" y="5560379"/>
                  <a:pt x="1973597" y="5552845"/>
                  <a:pt x="1973597" y="5544659"/>
                </a:cubicBezTo>
                <a:cubicBezTo>
                  <a:pt x="1973597" y="5536250"/>
                  <a:pt x="1972574" y="5528697"/>
                  <a:pt x="1970528" y="5522000"/>
                </a:cubicBezTo>
                <a:cubicBezTo>
                  <a:pt x="1968481" y="5515303"/>
                  <a:pt x="1965412" y="5509610"/>
                  <a:pt x="1961319" y="5504922"/>
                </a:cubicBezTo>
                <a:cubicBezTo>
                  <a:pt x="1957226" y="5500234"/>
                  <a:pt x="1952110" y="5496662"/>
                  <a:pt x="1945971" y="5494206"/>
                </a:cubicBezTo>
                <a:cubicBezTo>
                  <a:pt x="1939832" y="5491751"/>
                  <a:pt x="1932632" y="5490523"/>
                  <a:pt x="1924372" y="5490523"/>
                </a:cubicBezTo>
                <a:close/>
                <a:moveTo>
                  <a:pt x="1808249" y="5490523"/>
                </a:moveTo>
                <a:cubicBezTo>
                  <a:pt x="1804901" y="5490523"/>
                  <a:pt x="1801719" y="5490913"/>
                  <a:pt x="1798706" y="5491695"/>
                </a:cubicBezTo>
                <a:cubicBezTo>
                  <a:pt x="1795692" y="5492476"/>
                  <a:pt x="1792752" y="5493630"/>
                  <a:pt x="1789887" y="5495155"/>
                </a:cubicBezTo>
                <a:cubicBezTo>
                  <a:pt x="1787022" y="5496681"/>
                  <a:pt x="1784176" y="5498597"/>
                  <a:pt x="1781348" y="5500904"/>
                </a:cubicBezTo>
                <a:cubicBezTo>
                  <a:pt x="1778521" y="5503210"/>
                  <a:pt x="1775581" y="5505926"/>
                  <a:pt x="1772530" y="5509052"/>
                </a:cubicBezTo>
                <a:lnTo>
                  <a:pt x="1772530" y="5495546"/>
                </a:lnTo>
                <a:cubicBezTo>
                  <a:pt x="1772530" y="5494876"/>
                  <a:pt x="1772400" y="5494337"/>
                  <a:pt x="1772140" y="5493927"/>
                </a:cubicBezTo>
                <a:cubicBezTo>
                  <a:pt x="1771879" y="5493518"/>
                  <a:pt x="1771414" y="5493164"/>
                  <a:pt x="1770744" y="5492867"/>
                </a:cubicBezTo>
                <a:cubicBezTo>
                  <a:pt x="1770075" y="5492569"/>
                  <a:pt x="1769238" y="5492365"/>
                  <a:pt x="1768233" y="5492253"/>
                </a:cubicBezTo>
                <a:cubicBezTo>
                  <a:pt x="1767228" y="5492141"/>
                  <a:pt x="1765945" y="5492085"/>
                  <a:pt x="1764382" y="5492085"/>
                </a:cubicBezTo>
                <a:cubicBezTo>
                  <a:pt x="1762894" y="5492085"/>
                  <a:pt x="1761629" y="5492141"/>
                  <a:pt x="1760587" y="5492253"/>
                </a:cubicBezTo>
                <a:cubicBezTo>
                  <a:pt x="1759545" y="5492365"/>
                  <a:pt x="1758689" y="5492569"/>
                  <a:pt x="1758020" y="5492867"/>
                </a:cubicBezTo>
                <a:cubicBezTo>
                  <a:pt x="1757350" y="5493164"/>
                  <a:pt x="1756903" y="5493518"/>
                  <a:pt x="1756680" y="5493927"/>
                </a:cubicBezTo>
                <a:cubicBezTo>
                  <a:pt x="1756457" y="5494337"/>
                  <a:pt x="1756345" y="5494876"/>
                  <a:pt x="1756345" y="5495546"/>
                </a:cubicBezTo>
                <a:lnTo>
                  <a:pt x="1756345" y="5635853"/>
                </a:lnTo>
                <a:cubicBezTo>
                  <a:pt x="1756345" y="5636449"/>
                  <a:pt x="1756475" y="5636970"/>
                  <a:pt x="1756736" y="5637416"/>
                </a:cubicBezTo>
                <a:cubicBezTo>
                  <a:pt x="1756996" y="5637863"/>
                  <a:pt x="1757480" y="5638235"/>
                  <a:pt x="1758187" y="5638532"/>
                </a:cubicBezTo>
                <a:cubicBezTo>
                  <a:pt x="1758894" y="5638830"/>
                  <a:pt x="1759843" y="5639053"/>
                  <a:pt x="1761033" y="5639202"/>
                </a:cubicBezTo>
                <a:cubicBezTo>
                  <a:pt x="1762224" y="5639351"/>
                  <a:pt x="1763712" y="5639425"/>
                  <a:pt x="1765498" y="5639425"/>
                </a:cubicBezTo>
                <a:cubicBezTo>
                  <a:pt x="1767359" y="5639425"/>
                  <a:pt x="1768884" y="5639351"/>
                  <a:pt x="1770075" y="5639202"/>
                </a:cubicBezTo>
                <a:cubicBezTo>
                  <a:pt x="1771265" y="5639053"/>
                  <a:pt x="1772195" y="5638830"/>
                  <a:pt x="1772865" y="5638532"/>
                </a:cubicBezTo>
                <a:cubicBezTo>
                  <a:pt x="1773535" y="5638235"/>
                  <a:pt x="1774019" y="5637863"/>
                  <a:pt x="1774316" y="5637416"/>
                </a:cubicBezTo>
                <a:cubicBezTo>
                  <a:pt x="1774614" y="5636970"/>
                  <a:pt x="1774763" y="5636449"/>
                  <a:pt x="1774763" y="5635853"/>
                </a:cubicBezTo>
                <a:lnTo>
                  <a:pt x="1774763" y="5585624"/>
                </a:lnTo>
                <a:cubicBezTo>
                  <a:pt x="1777442" y="5588228"/>
                  <a:pt x="1779972" y="5590498"/>
                  <a:pt x="1782353" y="5592433"/>
                </a:cubicBezTo>
                <a:cubicBezTo>
                  <a:pt x="1784734" y="5594368"/>
                  <a:pt x="1787134" y="5595968"/>
                  <a:pt x="1789553" y="5597233"/>
                </a:cubicBezTo>
                <a:cubicBezTo>
                  <a:pt x="1791971" y="5598498"/>
                  <a:pt x="1794445" y="5599428"/>
                  <a:pt x="1796975" y="5600023"/>
                </a:cubicBezTo>
                <a:cubicBezTo>
                  <a:pt x="1799505" y="5600618"/>
                  <a:pt x="1802259" y="5600916"/>
                  <a:pt x="1805235" y="5600916"/>
                </a:cubicBezTo>
                <a:cubicBezTo>
                  <a:pt x="1812230" y="5600916"/>
                  <a:pt x="1818444" y="5599595"/>
                  <a:pt x="1823876" y="5596953"/>
                </a:cubicBezTo>
                <a:cubicBezTo>
                  <a:pt x="1829308" y="5594312"/>
                  <a:pt x="1833866" y="5590554"/>
                  <a:pt x="1837550" y="5585680"/>
                </a:cubicBezTo>
                <a:cubicBezTo>
                  <a:pt x="1841233" y="5580806"/>
                  <a:pt x="1844024" y="5574871"/>
                  <a:pt x="1845921" y="5567876"/>
                </a:cubicBezTo>
                <a:cubicBezTo>
                  <a:pt x="1847819" y="5560881"/>
                  <a:pt x="1848768" y="5552993"/>
                  <a:pt x="1848768" y="5544213"/>
                </a:cubicBezTo>
                <a:cubicBezTo>
                  <a:pt x="1848768" y="5536920"/>
                  <a:pt x="1848024" y="5530018"/>
                  <a:pt x="1846535" y="5523507"/>
                </a:cubicBezTo>
                <a:cubicBezTo>
                  <a:pt x="1845047" y="5516996"/>
                  <a:pt x="1842684" y="5511284"/>
                  <a:pt x="1839447" y="5506373"/>
                </a:cubicBezTo>
                <a:cubicBezTo>
                  <a:pt x="1836210" y="5501462"/>
                  <a:pt x="1832024" y="5497592"/>
                  <a:pt x="1826890" y="5494764"/>
                </a:cubicBezTo>
                <a:cubicBezTo>
                  <a:pt x="1821755" y="5491937"/>
                  <a:pt x="1815542" y="5490523"/>
                  <a:pt x="1808249" y="5490523"/>
                </a:cubicBezTo>
                <a:close/>
                <a:moveTo>
                  <a:pt x="1382824" y="5490523"/>
                </a:moveTo>
                <a:cubicBezTo>
                  <a:pt x="1378954" y="5490523"/>
                  <a:pt x="1375122" y="5490876"/>
                  <a:pt x="1371327" y="5491583"/>
                </a:cubicBezTo>
                <a:cubicBezTo>
                  <a:pt x="1367532" y="5492290"/>
                  <a:pt x="1364034" y="5493183"/>
                  <a:pt x="1360835" y="5494262"/>
                </a:cubicBezTo>
                <a:cubicBezTo>
                  <a:pt x="1357635" y="5495341"/>
                  <a:pt x="1354807" y="5496532"/>
                  <a:pt x="1352351" y="5497834"/>
                </a:cubicBezTo>
                <a:cubicBezTo>
                  <a:pt x="1349896" y="5499136"/>
                  <a:pt x="1348166" y="5500271"/>
                  <a:pt x="1347161" y="5501238"/>
                </a:cubicBezTo>
                <a:cubicBezTo>
                  <a:pt x="1346156" y="5502206"/>
                  <a:pt x="1345524" y="5503229"/>
                  <a:pt x="1345263" y="5504308"/>
                </a:cubicBezTo>
                <a:cubicBezTo>
                  <a:pt x="1345003" y="5505387"/>
                  <a:pt x="1344873" y="5506857"/>
                  <a:pt x="1344873" y="5508717"/>
                </a:cubicBezTo>
                <a:cubicBezTo>
                  <a:pt x="1344873" y="5509833"/>
                  <a:pt x="1344947" y="5510856"/>
                  <a:pt x="1345096" y="5511787"/>
                </a:cubicBezTo>
                <a:cubicBezTo>
                  <a:pt x="1345245" y="5512717"/>
                  <a:pt x="1345487" y="5513480"/>
                  <a:pt x="1345821" y="5514075"/>
                </a:cubicBezTo>
                <a:cubicBezTo>
                  <a:pt x="1346156" y="5514670"/>
                  <a:pt x="1346547" y="5515117"/>
                  <a:pt x="1346993" y="5515414"/>
                </a:cubicBezTo>
                <a:cubicBezTo>
                  <a:pt x="1347440" y="5515712"/>
                  <a:pt x="1347961" y="5515861"/>
                  <a:pt x="1348556" y="5515861"/>
                </a:cubicBezTo>
                <a:cubicBezTo>
                  <a:pt x="1349449" y="5515861"/>
                  <a:pt x="1350807" y="5515321"/>
                  <a:pt x="1352630" y="5514242"/>
                </a:cubicBezTo>
                <a:cubicBezTo>
                  <a:pt x="1354454" y="5513163"/>
                  <a:pt x="1356723" y="5511973"/>
                  <a:pt x="1359439" y="5510670"/>
                </a:cubicBezTo>
                <a:cubicBezTo>
                  <a:pt x="1362155" y="5509368"/>
                  <a:pt x="1365318" y="5508178"/>
                  <a:pt x="1368927" y="5507099"/>
                </a:cubicBezTo>
                <a:cubicBezTo>
                  <a:pt x="1372536" y="5506020"/>
                  <a:pt x="1376610" y="5505480"/>
                  <a:pt x="1381150" y="5505480"/>
                </a:cubicBezTo>
                <a:cubicBezTo>
                  <a:pt x="1385391" y="5505480"/>
                  <a:pt x="1388963" y="5505982"/>
                  <a:pt x="1391865" y="5506987"/>
                </a:cubicBezTo>
                <a:cubicBezTo>
                  <a:pt x="1394767" y="5507991"/>
                  <a:pt x="1397130" y="5509480"/>
                  <a:pt x="1398953" y="5511452"/>
                </a:cubicBezTo>
                <a:cubicBezTo>
                  <a:pt x="1400776" y="5513424"/>
                  <a:pt x="1402097" y="5515898"/>
                  <a:pt x="1402916" y="5518875"/>
                </a:cubicBezTo>
                <a:cubicBezTo>
                  <a:pt x="1403734" y="5521851"/>
                  <a:pt x="1404144" y="5525274"/>
                  <a:pt x="1404144" y="5529144"/>
                </a:cubicBezTo>
                <a:lnTo>
                  <a:pt x="1404144" y="5536957"/>
                </a:lnTo>
                <a:lnTo>
                  <a:pt x="1390302" y="5536957"/>
                </a:lnTo>
                <a:cubicBezTo>
                  <a:pt x="1382489" y="5536957"/>
                  <a:pt x="1375457" y="5537645"/>
                  <a:pt x="1369206" y="5539022"/>
                </a:cubicBezTo>
                <a:cubicBezTo>
                  <a:pt x="1362955" y="5540399"/>
                  <a:pt x="1357672" y="5542464"/>
                  <a:pt x="1353356" y="5545217"/>
                </a:cubicBezTo>
                <a:cubicBezTo>
                  <a:pt x="1349040" y="5547970"/>
                  <a:pt x="1345728" y="5551431"/>
                  <a:pt x="1343422" y="5555598"/>
                </a:cubicBezTo>
                <a:cubicBezTo>
                  <a:pt x="1341115" y="5559765"/>
                  <a:pt x="1339961" y="5564676"/>
                  <a:pt x="1339961" y="5570332"/>
                </a:cubicBezTo>
                <a:cubicBezTo>
                  <a:pt x="1339961" y="5575169"/>
                  <a:pt x="1340799" y="5579485"/>
                  <a:pt x="1342473" y="5583280"/>
                </a:cubicBezTo>
                <a:cubicBezTo>
                  <a:pt x="1344147" y="5587075"/>
                  <a:pt x="1346491" y="5590275"/>
                  <a:pt x="1349505" y="5592879"/>
                </a:cubicBezTo>
                <a:cubicBezTo>
                  <a:pt x="1352519" y="5595484"/>
                  <a:pt x="1356165" y="5597474"/>
                  <a:pt x="1360444" y="5598851"/>
                </a:cubicBezTo>
                <a:cubicBezTo>
                  <a:pt x="1364723" y="5600228"/>
                  <a:pt x="1369504" y="5600916"/>
                  <a:pt x="1374787" y="5600916"/>
                </a:cubicBezTo>
                <a:cubicBezTo>
                  <a:pt x="1380815" y="5600916"/>
                  <a:pt x="1386526" y="5599614"/>
                  <a:pt x="1391921" y="5597009"/>
                </a:cubicBezTo>
                <a:cubicBezTo>
                  <a:pt x="1397316" y="5594405"/>
                  <a:pt x="1402209" y="5590759"/>
                  <a:pt x="1406599" y="5586070"/>
                </a:cubicBezTo>
                <a:lnTo>
                  <a:pt x="1406599" y="5596116"/>
                </a:lnTo>
                <a:cubicBezTo>
                  <a:pt x="1406599" y="5597009"/>
                  <a:pt x="1406860" y="5597679"/>
                  <a:pt x="1407381" y="5598126"/>
                </a:cubicBezTo>
                <a:cubicBezTo>
                  <a:pt x="1407901" y="5598572"/>
                  <a:pt x="1408739" y="5598907"/>
                  <a:pt x="1409892" y="5599130"/>
                </a:cubicBezTo>
                <a:cubicBezTo>
                  <a:pt x="1411045" y="5599353"/>
                  <a:pt x="1412590" y="5599465"/>
                  <a:pt x="1414524" y="5599465"/>
                </a:cubicBezTo>
                <a:cubicBezTo>
                  <a:pt x="1416533" y="5599465"/>
                  <a:pt x="1418059" y="5599353"/>
                  <a:pt x="1419101" y="5599130"/>
                </a:cubicBezTo>
                <a:cubicBezTo>
                  <a:pt x="1420143" y="5598907"/>
                  <a:pt x="1420961" y="5598572"/>
                  <a:pt x="1421556" y="5598126"/>
                </a:cubicBezTo>
                <a:cubicBezTo>
                  <a:pt x="1422152" y="5597679"/>
                  <a:pt x="1422449" y="5597009"/>
                  <a:pt x="1422449" y="5596116"/>
                </a:cubicBezTo>
                <a:lnTo>
                  <a:pt x="1422449" y="5528362"/>
                </a:lnTo>
                <a:cubicBezTo>
                  <a:pt x="1422449" y="5522112"/>
                  <a:pt x="1421742" y="5516642"/>
                  <a:pt x="1420329" y="5511954"/>
                </a:cubicBezTo>
                <a:cubicBezTo>
                  <a:pt x="1418915" y="5507266"/>
                  <a:pt x="1416645" y="5503341"/>
                  <a:pt x="1413520" y="5500178"/>
                </a:cubicBezTo>
                <a:cubicBezTo>
                  <a:pt x="1410394" y="5497015"/>
                  <a:pt x="1406302" y="5494616"/>
                  <a:pt x="1401241" y="5492978"/>
                </a:cubicBezTo>
                <a:cubicBezTo>
                  <a:pt x="1396181" y="5491341"/>
                  <a:pt x="1390042" y="5490523"/>
                  <a:pt x="1382824" y="5490523"/>
                </a:cubicBezTo>
                <a:close/>
                <a:moveTo>
                  <a:pt x="982774" y="5490523"/>
                </a:moveTo>
                <a:cubicBezTo>
                  <a:pt x="978904" y="5490523"/>
                  <a:pt x="975072" y="5490876"/>
                  <a:pt x="971277" y="5491583"/>
                </a:cubicBezTo>
                <a:cubicBezTo>
                  <a:pt x="967482" y="5492290"/>
                  <a:pt x="963984" y="5493183"/>
                  <a:pt x="960784" y="5494262"/>
                </a:cubicBezTo>
                <a:cubicBezTo>
                  <a:pt x="957585" y="5495341"/>
                  <a:pt x="954757" y="5496532"/>
                  <a:pt x="952301" y="5497834"/>
                </a:cubicBezTo>
                <a:cubicBezTo>
                  <a:pt x="949846" y="5499136"/>
                  <a:pt x="948116" y="5500271"/>
                  <a:pt x="947111" y="5501238"/>
                </a:cubicBezTo>
                <a:cubicBezTo>
                  <a:pt x="946106" y="5502206"/>
                  <a:pt x="945474" y="5503229"/>
                  <a:pt x="945213" y="5504308"/>
                </a:cubicBezTo>
                <a:cubicBezTo>
                  <a:pt x="944953" y="5505387"/>
                  <a:pt x="944823" y="5506857"/>
                  <a:pt x="944823" y="5508717"/>
                </a:cubicBezTo>
                <a:cubicBezTo>
                  <a:pt x="944823" y="5509833"/>
                  <a:pt x="944897" y="5510856"/>
                  <a:pt x="945046" y="5511787"/>
                </a:cubicBezTo>
                <a:cubicBezTo>
                  <a:pt x="945195" y="5512717"/>
                  <a:pt x="945437" y="5513480"/>
                  <a:pt x="945771" y="5514075"/>
                </a:cubicBezTo>
                <a:cubicBezTo>
                  <a:pt x="946106" y="5514670"/>
                  <a:pt x="946497" y="5515117"/>
                  <a:pt x="946943" y="5515414"/>
                </a:cubicBezTo>
                <a:cubicBezTo>
                  <a:pt x="947390" y="5515712"/>
                  <a:pt x="947911" y="5515861"/>
                  <a:pt x="948506" y="5515861"/>
                </a:cubicBezTo>
                <a:cubicBezTo>
                  <a:pt x="949399" y="5515861"/>
                  <a:pt x="950757" y="5515321"/>
                  <a:pt x="952580" y="5514242"/>
                </a:cubicBezTo>
                <a:cubicBezTo>
                  <a:pt x="954403" y="5513163"/>
                  <a:pt x="956673" y="5511973"/>
                  <a:pt x="959389" y="5510670"/>
                </a:cubicBezTo>
                <a:cubicBezTo>
                  <a:pt x="962105" y="5509368"/>
                  <a:pt x="965268" y="5508178"/>
                  <a:pt x="968877" y="5507099"/>
                </a:cubicBezTo>
                <a:cubicBezTo>
                  <a:pt x="972486" y="5506020"/>
                  <a:pt x="976560" y="5505480"/>
                  <a:pt x="981100" y="5505480"/>
                </a:cubicBezTo>
                <a:cubicBezTo>
                  <a:pt x="985341" y="5505480"/>
                  <a:pt x="988913" y="5505982"/>
                  <a:pt x="991815" y="5506987"/>
                </a:cubicBezTo>
                <a:cubicBezTo>
                  <a:pt x="994717" y="5507991"/>
                  <a:pt x="997080" y="5509480"/>
                  <a:pt x="998903" y="5511452"/>
                </a:cubicBezTo>
                <a:cubicBezTo>
                  <a:pt x="1000726" y="5513424"/>
                  <a:pt x="1002047" y="5515898"/>
                  <a:pt x="1002866" y="5518875"/>
                </a:cubicBezTo>
                <a:cubicBezTo>
                  <a:pt x="1003684" y="5521851"/>
                  <a:pt x="1004093" y="5525274"/>
                  <a:pt x="1004093" y="5529144"/>
                </a:cubicBezTo>
                <a:lnTo>
                  <a:pt x="1004093" y="5536957"/>
                </a:lnTo>
                <a:lnTo>
                  <a:pt x="990253" y="5536957"/>
                </a:lnTo>
                <a:cubicBezTo>
                  <a:pt x="982439" y="5536957"/>
                  <a:pt x="975407" y="5537645"/>
                  <a:pt x="969156" y="5539022"/>
                </a:cubicBezTo>
                <a:cubicBezTo>
                  <a:pt x="962905" y="5540399"/>
                  <a:pt x="957622" y="5542464"/>
                  <a:pt x="953306" y="5545217"/>
                </a:cubicBezTo>
                <a:cubicBezTo>
                  <a:pt x="948990" y="5547970"/>
                  <a:pt x="945678" y="5551431"/>
                  <a:pt x="943372" y="5555598"/>
                </a:cubicBezTo>
                <a:cubicBezTo>
                  <a:pt x="941065" y="5559765"/>
                  <a:pt x="939911" y="5564676"/>
                  <a:pt x="939911" y="5570332"/>
                </a:cubicBezTo>
                <a:cubicBezTo>
                  <a:pt x="939911" y="5575169"/>
                  <a:pt x="940748" y="5579485"/>
                  <a:pt x="942423" y="5583280"/>
                </a:cubicBezTo>
                <a:cubicBezTo>
                  <a:pt x="944097" y="5587075"/>
                  <a:pt x="946441" y="5590275"/>
                  <a:pt x="949455" y="5592879"/>
                </a:cubicBezTo>
                <a:cubicBezTo>
                  <a:pt x="952469" y="5595484"/>
                  <a:pt x="956115" y="5597474"/>
                  <a:pt x="960394" y="5598851"/>
                </a:cubicBezTo>
                <a:cubicBezTo>
                  <a:pt x="964673" y="5600228"/>
                  <a:pt x="969454" y="5600916"/>
                  <a:pt x="974737" y="5600916"/>
                </a:cubicBezTo>
                <a:cubicBezTo>
                  <a:pt x="980765" y="5600916"/>
                  <a:pt x="986476" y="5599614"/>
                  <a:pt x="991871" y="5597009"/>
                </a:cubicBezTo>
                <a:cubicBezTo>
                  <a:pt x="997266" y="5594405"/>
                  <a:pt x="1002159" y="5590759"/>
                  <a:pt x="1006549" y="5586070"/>
                </a:cubicBezTo>
                <a:lnTo>
                  <a:pt x="1006549" y="5596116"/>
                </a:lnTo>
                <a:cubicBezTo>
                  <a:pt x="1006549" y="5597009"/>
                  <a:pt x="1006810" y="5597679"/>
                  <a:pt x="1007330" y="5598126"/>
                </a:cubicBezTo>
                <a:cubicBezTo>
                  <a:pt x="1007851" y="5598572"/>
                  <a:pt x="1008689" y="5598907"/>
                  <a:pt x="1009842" y="5599130"/>
                </a:cubicBezTo>
                <a:cubicBezTo>
                  <a:pt x="1010995" y="5599353"/>
                  <a:pt x="1012539" y="5599465"/>
                  <a:pt x="1014474" y="5599465"/>
                </a:cubicBezTo>
                <a:cubicBezTo>
                  <a:pt x="1016483" y="5599465"/>
                  <a:pt x="1018009" y="5599353"/>
                  <a:pt x="1019051" y="5599130"/>
                </a:cubicBezTo>
                <a:cubicBezTo>
                  <a:pt x="1020092" y="5598907"/>
                  <a:pt x="1020911" y="5598572"/>
                  <a:pt x="1021506" y="5598126"/>
                </a:cubicBezTo>
                <a:cubicBezTo>
                  <a:pt x="1022102" y="5597679"/>
                  <a:pt x="1022399" y="5597009"/>
                  <a:pt x="1022399" y="5596116"/>
                </a:cubicBezTo>
                <a:lnTo>
                  <a:pt x="1022399" y="5528362"/>
                </a:lnTo>
                <a:cubicBezTo>
                  <a:pt x="1022399" y="5522112"/>
                  <a:pt x="1021692" y="5516642"/>
                  <a:pt x="1020279" y="5511954"/>
                </a:cubicBezTo>
                <a:cubicBezTo>
                  <a:pt x="1018865" y="5507266"/>
                  <a:pt x="1016595" y="5503341"/>
                  <a:pt x="1013470" y="5500178"/>
                </a:cubicBezTo>
                <a:cubicBezTo>
                  <a:pt x="1010344" y="5497015"/>
                  <a:pt x="1006252" y="5494616"/>
                  <a:pt x="1001191" y="5492978"/>
                </a:cubicBezTo>
                <a:cubicBezTo>
                  <a:pt x="996131" y="5491341"/>
                  <a:pt x="989992" y="5490523"/>
                  <a:pt x="982774" y="5490523"/>
                </a:cubicBezTo>
                <a:close/>
                <a:moveTo>
                  <a:pt x="781372" y="5490523"/>
                </a:moveTo>
                <a:cubicBezTo>
                  <a:pt x="772814" y="5490523"/>
                  <a:pt x="765336" y="5491899"/>
                  <a:pt x="758936" y="5494653"/>
                </a:cubicBezTo>
                <a:cubicBezTo>
                  <a:pt x="752537" y="5497406"/>
                  <a:pt x="747198" y="5501276"/>
                  <a:pt x="742919" y="5506261"/>
                </a:cubicBezTo>
                <a:cubicBezTo>
                  <a:pt x="738640" y="5511247"/>
                  <a:pt x="735440" y="5517182"/>
                  <a:pt x="733319" y="5524065"/>
                </a:cubicBezTo>
                <a:cubicBezTo>
                  <a:pt x="731198" y="5530948"/>
                  <a:pt x="730138" y="5538483"/>
                  <a:pt x="730138" y="5546668"/>
                </a:cubicBezTo>
                <a:cubicBezTo>
                  <a:pt x="730138" y="5555151"/>
                  <a:pt x="731143" y="5562742"/>
                  <a:pt x="733152" y="5569439"/>
                </a:cubicBezTo>
                <a:cubicBezTo>
                  <a:pt x="735161" y="5576136"/>
                  <a:pt x="738212" y="5581829"/>
                  <a:pt x="742305" y="5586517"/>
                </a:cubicBezTo>
                <a:cubicBezTo>
                  <a:pt x="746398" y="5591205"/>
                  <a:pt x="751514" y="5594777"/>
                  <a:pt x="757653" y="5597233"/>
                </a:cubicBezTo>
                <a:cubicBezTo>
                  <a:pt x="763792" y="5599688"/>
                  <a:pt x="770991" y="5600916"/>
                  <a:pt x="779251" y="5600916"/>
                </a:cubicBezTo>
                <a:cubicBezTo>
                  <a:pt x="787735" y="5600916"/>
                  <a:pt x="795195" y="5599521"/>
                  <a:pt x="801631" y="5596730"/>
                </a:cubicBezTo>
                <a:cubicBezTo>
                  <a:pt x="808068" y="5593940"/>
                  <a:pt x="813426" y="5590052"/>
                  <a:pt x="817705" y="5585066"/>
                </a:cubicBezTo>
                <a:cubicBezTo>
                  <a:pt x="821984" y="5580080"/>
                  <a:pt x="825202" y="5574146"/>
                  <a:pt x="827360" y="5567262"/>
                </a:cubicBezTo>
                <a:cubicBezTo>
                  <a:pt x="829518" y="5560379"/>
                  <a:pt x="830597" y="5552845"/>
                  <a:pt x="830597" y="5544659"/>
                </a:cubicBezTo>
                <a:cubicBezTo>
                  <a:pt x="830597" y="5536250"/>
                  <a:pt x="829574" y="5528697"/>
                  <a:pt x="827528" y="5522000"/>
                </a:cubicBezTo>
                <a:cubicBezTo>
                  <a:pt x="825481" y="5515303"/>
                  <a:pt x="822412" y="5509610"/>
                  <a:pt x="818319" y="5504922"/>
                </a:cubicBezTo>
                <a:cubicBezTo>
                  <a:pt x="814226" y="5500234"/>
                  <a:pt x="809110" y="5496662"/>
                  <a:pt x="802971" y="5494206"/>
                </a:cubicBezTo>
                <a:cubicBezTo>
                  <a:pt x="796832" y="5491751"/>
                  <a:pt x="789632" y="5490523"/>
                  <a:pt x="781372" y="5490523"/>
                </a:cubicBezTo>
                <a:close/>
                <a:moveTo>
                  <a:pt x="535099" y="5490523"/>
                </a:moveTo>
                <a:cubicBezTo>
                  <a:pt x="531229" y="5490523"/>
                  <a:pt x="527397" y="5490876"/>
                  <a:pt x="523602" y="5491583"/>
                </a:cubicBezTo>
                <a:cubicBezTo>
                  <a:pt x="519807" y="5492290"/>
                  <a:pt x="516309" y="5493183"/>
                  <a:pt x="513110" y="5494262"/>
                </a:cubicBezTo>
                <a:cubicBezTo>
                  <a:pt x="509910" y="5495341"/>
                  <a:pt x="507082" y="5496532"/>
                  <a:pt x="504626" y="5497834"/>
                </a:cubicBezTo>
                <a:cubicBezTo>
                  <a:pt x="502171" y="5499136"/>
                  <a:pt x="500440" y="5500271"/>
                  <a:pt x="499436" y="5501238"/>
                </a:cubicBezTo>
                <a:cubicBezTo>
                  <a:pt x="498431" y="5502206"/>
                  <a:pt x="497799" y="5503229"/>
                  <a:pt x="497538" y="5504308"/>
                </a:cubicBezTo>
                <a:cubicBezTo>
                  <a:pt x="497278" y="5505387"/>
                  <a:pt x="497148" y="5506857"/>
                  <a:pt x="497148" y="5508717"/>
                </a:cubicBezTo>
                <a:cubicBezTo>
                  <a:pt x="497148" y="5509833"/>
                  <a:pt x="497222" y="5510856"/>
                  <a:pt x="497371" y="5511787"/>
                </a:cubicBezTo>
                <a:cubicBezTo>
                  <a:pt x="497520" y="5512717"/>
                  <a:pt x="497762" y="5513480"/>
                  <a:pt x="498096" y="5514075"/>
                </a:cubicBezTo>
                <a:cubicBezTo>
                  <a:pt x="498431" y="5514670"/>
                  <a:pt x="498822" y="5515117"/>
                  <a:pt x="499268" y="5515414"/>
                </a:cubicBezTo>
                <a:cubicBezTo>
                  <a:pt x="499715" y="5515712"/>
                  <a:pt x="500236" y="5515861"/>
                  <a:pt x="500831" y="5515861"/>
                </a:cubicBezTo>
                <a:cubicBezTo>
                  <a:pt x="501724" y="5515861"/>
                  <a:pt x="503082" y="5515321"/>
                  <a:pt x="504905" y="5514242"/>
                </a:cubicBezTo>
                <a:cubicBezTo>
                  <a:pt x="506728" y="5513163"/>
                  <a:pt x="508998" y="5511973"/>
                  <a:pt x="511714" y="5510670"/>
                </a:cubicBezTo>
                <a:cubicBezTo>
                  <a:pt x="514430" y="5509368"/>
                  <a:pt x="517593" y="5508178"/>
                  <a:pt x="521202" y="5507099"/>
                </a:cubicBezTo>
                <a:cubicBezTo>
                  <a:pt x="524811" y="5506020"/>
                  <a:pt x="528885" y="5505480"/>
                  <a:pt x="533425" y="5505480"/>
                </a:cubicBezTo>
                <a:cubicBezTo>
                  <a:pt x="537666" y="5505480"/>
                  <a:pt x="541238" y="5505982"/>
                  <a:pt x="544140" y="5506987"/>
                </a:cubicBezTo>
                <a:cubicBezTo>
                  <a:pt x="547042" y="5507991"/>
                  <a:pt x="549405" y="5509480"/>
                  <a:pt x="551228" y="5511452"/>
                </a:cubicBezTo>
                <a:cubicBezTo>
                  <a:pt x="553051" y="5513424"/>
                  <a:pt x="554372" y="5515898"/>
                  <a:pt x="555191" y="5518875"/>
                </a:cubicBezTo>
                <a:cubicBezTo>
                  <a:pt x="556009" y="5521851"/>
                  <a:pt x="556419" y="5525274"/>
                  <a:pt x="556419" y="5529144"/>
                </a:cubicBezTo>
                <a:lnTo>
                  <a:pt x="556419" y="5536957"/>
                </a:lnTo>
                <a:lnTo>
                  <a:pt x="542577" y="5536957"/>
                </a:lnTo>
                <a:cubicBezTo>
                  <a:pt x="534764" y="5536957"/>
                  <a:pt x="527732" y="5537645"/>
                  <a:pt x="521481" y="5539022"/>
                </a:cubicBezTo>
                <a:cubicBezTo>
                  <a:pt x="515230" y="5540399"/>
                  <a:pt x="509947" y="5542464"/>
                  <a:pt x="505631" y="5545217"/>
                </a:cubicBezTo>
                <a:cubicBezTo>
                  <a:pt x="501315" y="5547970"/>
                  <a:pt x="498003" y="5551431"/>
                  <a:pt x="495697" y="5555598"/>
                </a:cubicBezTo>
                <a:cubicBezTo>
                  <a:pt x="493390" y="5559765"/>
                  <a:pt x="492236" y="5564676"/>
                  <a:pt x="492236" y="5570332"/>
                </a:cubicBezTo>
                <a:cubicBezTo>
                  <a:pt x="492236" y="5575169"/>
                  <a:pt x="493074" y="5579485"/>
                  <a:pt x="494748" y="5583280"/>
                </a:cubicBezTo>
                <a:cubicBezTo>
                  <a:pt x="496422" y="5587075"/>
                  <a:pt x="498766" y="5590275"/>
                  <a:pt x="501780" y="5592879"/>
                </a:cubicBezTo>
                <a:cubicBezTo>
                  <a:pt x="504794" y="5595484"/>
                  <a:pt x="508440" y="5597474"/>
                  <a:pt x="512719" y="5598851"/>
                </a:cubicBezTo>
                <a:cubicBezTo>
                  <a:pt x="516998" y="5600228"/>
                  <a:pt x="521779" y="5600916"/>
                  <a:pt x="527062" y="5600916"/>
                </a:cubicBezTo>
                <a:cubicBezTo>
                  <a:pt x="533090" y="5600916"/>
                  <a:pt x="538801" y="5599614"/>
                  <a:pt x="544196" y="5597009"/>
                </a:cubicBezTo>
                <a:cubicBezTo>
                  <a:pt x="549591" y="5594405"/>
                  <a:pt x="554484" y="5590759"/>
                  <a:pt x="558874" y="5586070"/>
                </a:cubicBezTo>
                <a:lnTo>
                  <a:pt x="558874" y="5596116"/>
                </a:lnTo>
                <a:cubicBezTo>
                  <a:pt x="558874" y="5597009"/>
                  <a:pt x="559135" y="5597679"/>
                  <a:pt x="559655" y="5598126"/>
                </a:cubicBezTo>
                <a:cubicBezTo>
                  <a:pt x="560176" y="5598572"/>
                  <a:pt x="561014" y="5598907"/>
                  <a:pt x="562167" y="5599130"/>
                </a:cubicBezTo>
                <a:cubicBezTo>
                  <a:pt x="563320" y="5599353"/>
                  <a:pt x="564864" y="5599465"/>
                  <a:pt x="566799" y="5599465"/>
                </a:cubicBezTo>
                <a:cubicBezTo>
                  <a:pt x="568808" y="5599465"/>
                  <a:pt x="570334" y="5599353"/>
                  <a:pt x="571376" y="5599130"/>
                </a:cubicBezTo>
                <a:cubicBezTo>
                  <a:pt x="572418" y="5598907"/>
                  <a:pt x="573236" y="5598572"/>
                  <a:pt x="573831" y="5598126"/>
                </a:cubicBezTo>
                <a:cubicBezTo>
                  <a:pt x="574427" y="5597679"/>
                  <a:pt x="574724" y="5597009"/>
                  <a:pt x="574724" y="5596116"/>
                </a:cubicBezTo>
                <a:lnTo>
                  <a:pt x="574724" y="5528362"/>
                </a:lnTo>
                <a:cubicBezTo>
                  <a:pt x="574724" y="5522112"/>
                  <a:pt x="574017" y="5516642"/>
                  <a:pt x="572604" y="5511954"/>
                </a:cubicBezTo>
                <a:cubicBezTo>
                  <a:pt x="571190" y="5507266"/>
                  <a:pt x="568920" y="5503341"/>
                  <a:pt x="565795" y="5500178"/>
                </a:cubicBezTo>
                <a:cubicBezTo>
                  <a:pt x="562669" y="5497015"/>
                  <a:pt x="558577" y="5494616"/>
                  <a:pt x="553516" y="5492978"/>
                </a:cubicBezTo>
                <a:cubicBezTo>
                  <a:pt x="548456" y="5491341"/>
                  <a:pt x="542317" y="5490523"/>
                  <a:pt x="535099" y="5490523"/>
                </a:cubicBezTo>
                <a:close/>
                <a:moveTo>
                  <a:pt x="406065" y="5470208"/>
                </a:moveTo>
                <a:lnTo>
                  <a:pt x="423813" y="5470208"/>
                </a:lnTo>
                <a:cubicBezTo>
                  <a:pt x="427087" y="5470208"/>
                  <a:pt x="430454" y="5470468"/>
                  <a:pt x="433914" y="5470989"/>
                </a:cubicBezTo>
                <a:cubicBezTo>
                  <a:pt x="437375" y="5471510"/>
                  <a:pt x="440723" y="5472738"/>
                  <a:pt x="443960" y="5474673"/>
                </a:cubicBezTo>
                <a:cubicBezTo>
                  <a:pt x="447197" y="5476607"/>
                  <a:pt x="449913" y="5479547"/>
                  <a:pt x="452109" y="5483491"/>
                </a:cubicBezTo>
                <a:cubicBezTo>
                  <a:pt x="454304" y="5487435"/>
                  <a:pt x="455401" y="5492346"/>
                  <a:pt x="455401" y="5498225"/>
                </a:cubicBezTo>
                <a:cubicBezTo>
                  <a:pt x="455401" y="5502541"/>
                  <a:pt x="454732" y="5506540"/>
                  <a:pt x="453392" y="5510224"/>
                </a:cubicBezTo>
                <a:cubicBezTo>
                  <a:pt x="452053" y="5513907"/>
                  <a:pt x="450081" y="5517070"/>
                  <a:pt x="447476" y="5519712"/>
                </a:cubicBezTo>
                <a:cubicBezTo>
                  <a:pt x="444872" y="5522353"/>
                  <a:pt x="441653" y="5524418"/>
                  <a:pt x="437821" y="5525907"/>
                </a:cubicBezTo>
                <a:cubicBezTo>
                  <a:pt x="433989" y="5527395"/>
                  <a:pt x="429170" y="5528139"/>
                  <a:pt x="423366" y="5528139"/>
                </a:cubicBezTo>
                <a:lnTo>
                  <a:pt x="406065" y="5528139"/>
                </a:lnTo>
                <a:close/>
                <a:moveTo>
                  <a:pt x="3604838" y="5454358"/>
                </a:moveTo>
                <a:cubicBezTo>
                  <a:pt x="3602798" y="5454358"/>
                  <a:pt x="3600946" y="5455027"/>
                  <a:pt x="3599284" y="5456367"/>
                </a:cubicBezTo>
                <a:cubicBezTo>
                  <a:pt x="3597622" y="5457706"/>
                  <a:pt x="3596791" y="5459939"/>
                  <a:pt x="3596791" y="5463064"/>
                </a:cubicBezTo>
                <a:lnTo>
                  <a:pt x="3596791" y="5595893"/>
                </a:lnTo>
                <a:cubicBezTo>
                  <a:pt x="3596791" y="5596488"/>
                  <a:pt x="3596925" y="5597009"/>
                  <a:pt x="3597193" y="5597456"/>
                </a:cubicBezTo>
                <a:cubicBezTo>
                  <a:pt x="3597461" y="5597902"/>
                  <a:pt x="3597960" y="5598256"/>
                  <a:pt x="3598688" y="5598516"/>
                </a:cubicBezTo>
                <a:cubicBezTo>
                  <a:pt x="3599416" y="5598777"/>
                  <a:pt x="3600393" y="5599000"/>
                  <a:pt x="3601620" y="5599186"/>
                </a:cubicBezTo>
                <a:cubicBezTo>
                  <a:pt x="3602846" y="5599372"/>
                  <a:pt x="3604378" y="5599465"/>
                  <a:pt x="3606218" y="5599465"/>
                </a:cubicBezTo>
                <a:cubicBezTo>
                  <a:pt x="3608134" y="5599465"/>
                  <a:pt x="3609705" y="5599372"/>
                  <a:pt x="3610931" y="5599186"/>
                </a:cubicBezTo>
                <a:cubicBezTo>
                  <a:pt x="3612157" y="5599000"/>
                  <a:pt x="3613154" y="5598777"/>
                  <a:pt x="3613920" y="5598516"/>
                </a:cubicBezTo>
                <a:cubicBezTo>
                  <a:pt x="3614688" y="5598256"/>
                  <a:pt x="3615224" y="5597902"/>
                  <a:pt x="3615530" y="5597456"/>
                </a:cubicBezTo>
                <a:cubicBezTo>
                  <a:pt x="3615837" y="5597009"/>
                  <a:pt x="3615990" y="5596488"/>
                  <a:pt x="3615990" y="5595893"/>
                </a:cubicBezTo>
                <a:lnTo>
                  <a:pt x="3615990" y="5470096"/>
                </a:lnTo>
                <a:lnTo>
                  <a:pt x="3616101" y="5470096"/>
                </a:lnTo>
                <a:lnTo>
                  <a:pt x="3664768" y="5596451"/>
                </a:lnTo>
                <a:cubicBezTo>
                  <a:pt x="3664917" y="5596898"/>
                  <a:pt x="3665196" y="5597307"/>
                  <a:pt x="3665605" y="5597679"/>
                </a:cubicBezTo>
                <a:cubicBezTo>
                  <a:pt x="3666015" y="5598051"/>
                  <a:pt x="3666592" y="5598367"/>
                  <a:pt x="3667336" y="5598628"/>
                </a:cubicBezTo>
                <a:cubicBezTo>
                  <a:pt x="3668080" y="5598888"/>
                  <a:pt x="3669010" y="5599093"/>
                  <a:pt x="3670126" y="5599242"/>
                </a:cubicBezTo>
                <a:cubicBezTo>
                  <a:pt x="3671243" y="5599391"/>
                  <a:pt x="3672582" y="5599465"/>
                  <a:pt x="3674144" y="5599465"/>
                </a:cubicBezTo>
                <a:cubicBezTo>
                  <a:pt x="3675633" y="5599465"/>
                  <a:pt x="3676917" y="5599409"/>
                  <a:pt x="3677995" y="5599298"/>
                </a:cubicBezTo>
                <a:cubicBezTo>
                  <a:pt x="3679074" y="5599186"/>
                  <a:pt x="3680005" y="5599000"/>
                  <a:pt x="3680786" y="5598739"/>
                </a:cubicBezTo>
                <a:cubicBezTo>
                  <a:pt x="3681567" y="5598479"/>
                  <a:pt x="3682163" y="5598163"/>
                  <a:pt x="3682572" y="5597791"/>
                </a:cubicBezTo>
                <a:cubicBezTo>
                  <a:pt x="3682981" y="5597419"/>
                  <a:pt x="3683298" y="5596972"/>
                  <a:pt x="3683521" y="5596451"/>
                </a:cubicBezTo>
                <a:lnTo>
                  <a:pt x="3734420" y="5470096"/>
                </a:lnTo>
                <a:lnTo>
                  <a:pt x="3734643" y="5470096"/>
                </a:lnTo>
                <a:lnTo>
                  <a:pt x="3734643" y="5595893"/>
                </a:lnTo>
                <a:cubicBezTo>
                  <a:pt x="3734643" y="5596488"/>
                  <a:pt x="3734797" y="5597009"/>
                  <a:pt x="3735103" y="5597456"/>
                </a:cubicBezTo>
                <a:cubicBezTo>
                  <a:pt x="3735409" y="5597902"/>
                  <a:pt x="3735926" y="5598256"/>
                  <a:pt x="3736655" y="5598516"/>
                </a:cubicBezTo>
                <a:cubicBezTo>
                  <a:pt x="3737383" y="5598777"/>
                  <a:pt x="3738380" y="5599000"/>
                  <a:pt x="3739644" y="5599186"/>
                </a:cubicBezTo>
                <a:cubicBezTo>
                  <a:pt x="3740909" y="5599372"/>
                  <a:pt x="3742422" y="5599465"/>
                  <a:pt x="3744185" y="5599465"/>
                </a:cubicBezTo>
                <a:cubicBezTo>
                  <a:pt x="3746101" y="5599465"/>
                  <a:pt x="3747653" y="5599372"/>
                  <a:pt x="3748841" y="5599186"/>
                </a:cubicBezTo>
                <a:cubicBezTo>
                  <a:pt x="3750028" y="5599000"/>
                  <a:pt x="3751006" y="5598777"/>
                  <a:pt x="3751773" y="5598516"/>
                </a:cubicBezTo>
                <a:cubicBezTo>
                  <a:pt x="3752539" y="5598256"/>
                  <a:pt x="3753076" y="5597902"/>
                  <a:pt x="3753383" y="5597456"/>
                </a:cubicBezTo>
                <a:cubicBezTo>
                  <a:pt x="3753689" y="5597009"/>
                  <a:pt x="3753842" y="5596488"/>
                  <a:pt x="3753842" y="5595893"/>
                </a:cubicBezTo>
                <a:lnTo>
                  <a:pt x="3753842" y="5463064"/>
                </a:lnTo>
                <a:cubicBezTo>
                  <a:pt x="3753842" y="5461501"/>
                  <a:pt x="3753615" y="5460180"/>
                  <a:pt x="3753162" y="5459101"/>
                </a:cubicBezTo>
                <a:cubicBezTo>
                  <a:pt x="3752708" y="5458022"/>
                  <a:pt x="3752122" y="5457129"/>
                  <a:pt x="3751404" y="5456423"/>
                </a:cubicBezTo>
                <a:cubicBezTo>
                  <a:pt x="3750685" y="5455716"/>
                  <a:pt x="3749816" y="5455195"/>
                  <a:pt x="3748796" y="5454860"/>
                </a:cubicBezTo>
                <a:cubicBezTo>
                  <a:pt x="3747775" y="5454525"/>
                  <a:pt x="3746698" y="5454358"/>
                  <a:pt x="3745563" y="5454358"/>
                </a:cubicBezTo>
                <a:lnTo>
                  <a:pt x="3733202" y="5454358"/>
                </a:lnTo>
                <a:cubicBezTo>
                  <a:pt x="3731312" y="5454358"/>
                  <a:pt x="3729649" y="5454562"/>
                  <a:pt x="3728213" y="5454971"/>
                </a:cubicBezTo>
                <a:cubicBezTo>
                  <a:pt x="3726777" y="5455381"/>
                  <a:pt x="3725473" y="5456050"/>
                  <a:pt x="3724301" y="5456981"/>
                </a:cubicBezTo>
                <a:cubicBezTo>
                  <a:pt x="3723129" y="5457911"/>
                  <a:pt x="3722051" y="5459157"/>
                  <a:pt x="3721068" y="5460720"/>
                </a:cubicBezTo>
                <a:cubicBezTo>
                  <a:pt x="3720085" y="5462283"/>
                  <a:pt x="3719178" y="5464180"/>
                  <a:pt x="3718346" y="5466413"/>
                </a:cubicBezTo>
                <a:lnTo>
                  <a:pt x="3675373" y="5570667"/>
                </a:lnTo>
                <a:lnTo>
                  <a:pt x="3674814" y="5570667"/>
                </a:lnTo>
                <a:lnTo>
                  <a:pt x="3633515" y="5466078"/>
                </a:lnTo>
                <a:cubicBezTo>
                  <a:pt x="3632834" y="5464069"/>
                  <a:pt x="3632041" y="5462320"/>
                  <a:pt x="3631134" y="5460832"/>
                </a:cubicBezTo>
                <a:cubicBezTo>
                  <a:pt x="3630227" y="5459343"/>
                  <a:pt x="3629094" y="5458115"/>
                  <a:pt x="3627734" y="5457148"/>
                </a:cubicBezTo>
                <a:cubicBezTo>
                  <a:pt x="3626374" y="5456181"/>
                  <a:pt x="3624787" y="5455474"/>
                  <a:pt x="3622973" y="5455027"/>
                </a:cubicBezTo>
                <a:cubicBezTo>
                  <a:pt x="3621159" y="5454581"/>
                  <a:pt x="3619044" y="5454358"/>
                  <a:pt x="3616626" y="5454358"/>
                </a:cubicBezTo>
                <a:close/>
                <a:moveTo>
                  <a:pt x="394456" y="5454358"/>
                </a:moveTo>
                <a:cubicBezTo>
                  <a:pt x="392521" y="5454358"/>
                  <a:pt x="390773" y="5454990"/>
                  <a:pt x="389210" y="5456255"/>
                </a:cubicBezTo>
                <a:cubicBezTo>
                  <a:pt x="387647" y="5457520"/>
                  <a:pt x="386866" y="5459641"/>
                  <a:pt x="386866" y="5462618"/>
                </a:cubicBezTo>
                <a:lnTo>
                  <a:pt x="386866" y="5595893"/>
                </a:lnTo>
                <a:cubicBezTo>
                  <a:pt x="386866" y="5596488"/>
                  <a:pt x="387015" y="5597009"/>
                  <a:pt x="387313" y="5597456"/>
                </a:cubicBezTo>
                <a:cubicBezTo>
                  <a:pt x="387610" y="5597902"/>
                  <a:pt x="388131" y="5598256"/>
                  <a:pt x="388875" y="5598516"/>
                </a:cubicBezTo>
                <a:cubicBezTo>
                  <a:pt x="389619" y="5598777"/>
                  <a:pt x="390605" y="5599000"/>
                  <a:pt x="391833" y="5599186"/>
                </a:cubicBezTo>
                <a:cubicBezTo>
                  <a:pt x="393061" y="5599372"/>
                  <a:pt x="394605" y="5599465"/>
                  <a:pt x="396465" y="5599465"/>
                </a:cubicBezTo>
                <a:cubicBezTo>
                  <a:pt x="398326" y="5599465"/>
                  <a:pt x="399870" y="5599372"/>
                  <a:pt x="401098" y="5599186"/>
                </a:cubicBezTo>
                <a:cubicBezTo>
                  <a:pt x="402326" y="5599000"/>
                  <a:pt x="403293" y="5598777"/>
                  <a:pt x="404000" y="5598516"/>
                </a:cubicBezTo>
                <a:cubicBezTo>
                  <a:pt x="404707" y="5598256"/>
                  <a:pt x="405228" y="5597902"/>
                  <a:pt x="405563" y="5597456"/>
                </a:cubicBezTo>
                <a:cubicBezTo>
                  <a:pt x="405897" y="5597009"/>
                  <a:pt x="406065" y="5596488"/>
                  <a:pt x="406065" y="5595893"/>
                </a:cubicBezTo>
                <a:lnTo>
                  <a:pt x="406065" y="5543878"/>
                </a:lnTo>
                <a:lnTo>
                  <a:pt x="422473" y="5543878"/>
                </a:lnTo>
                <a:cubicBezTo>
                  <a:pt x="431403" y="5543878"/>
                  <a:pt x="439086" y="5542761"/>
                  <a:pt x="445523" y="5540529"/>
                </a:cubicBezTo>
                <a:cubicBezTo>
                  <a:pt x="451960" y="5538297"/>
                  <a:pt x="457392" y="5535134"/>
                  <a:pt x="461820" y="5531041"/>
                </a:cubicBezTo>
                <a:cubicBezTo>
                  <a:pt x="466247" y="5526948"/>
                  <a:pt x="469652" y="5522000"/>
                  <a:pt x="472033" y="5516196"/>
                </a:cubicBezTo>
                <a:cubicBezTo>
                  <a:pt x="474414" y="5510391"/>
                  <a:pt x="475605" y="5503880"/>
                  <a:pt x="475605" y="5496662"/>
                </a:cubicBezTo>
                <a:cubicBezTo>
                  <a:pt x="475605" y="5491230"/>
                  <a:pt x="474842" y="5486263"/>
                  <a:pt x="473317" y="5481761"/>
                </a:cubicBezTo>
                <a:cubicBezTo>
                  <a:pt x="471791" y="5477258"/>
                  <a:pt x="469614" y="5473296"/>
                  <a:pt x="466787" y="5469873"/>
                </a:cubicBezTo>
                <a:cubicBezTo>
                  <a:pt x="463959" y="5466450"/>
                  <a:pt x="460517" y="5463566"/>
                  <a:pt x="456462" y="5461222"/>
                </a:cubicBezTo>
                <a:cubicBezTo>
                  <a:pt x="452406" y="5458878"/>
                  <a:pt x="448425" y="5457278"/>
                  <a:pt x="444518" y="5456423"/>
                </a:cubicBezTo>
                <a:cubicBezTo>
                  <a:pt x="440612" y="5455567"/>
                  <a:pt x="437226" y="5455009"/>
                  <a:pt x="434361" y="5454748"/>
                </a:cubicBezTo>
                <a:cubicBezTo>
                  <a:pt x="431496" y="5454488"/>
                  <a:pt x="428501" y="5454358"/>
                  <a:pt x="425375" y="5454358"/>
                </a:cubicBezTo>
                <a:close/>
                <a:moveTo>
                  <a:pt x="2701515" y="5453688"/>
                </a:moveTo>
                <a:cubicBezTo>
                  <a:pt x="2699730" y="5453688"/>
                  <a:pt x="2698204" y="5453781"/>
                  <a:pt x="2696939" y="5453967"/>
                </a:cubicBezTo>
                <a:cubicBezTo>
                  <a:pt x="2695674" y="5454153"/>
                  <a:pt x="2694670" y="5454376"/>
                  <a:pt x="2693925" y="5454637"/>
                </a:cubicBezTo>
                <a:cubicBezTo>
                  <a:pt x="2693181" y="5454897"/>
                  <a:pt x="2692660" y="5455251"/>
                  <a:pt x="2692363" y="5455697"/>
                </a:cubicBezTo>
                <a:cubicBezTo>
                  <a:pt x="2692065" y="5456143"/>
                  <a:pt x="2691916" y="5456627"/>
                  <a:pt x="2691916" y="5457148"/>
                </a:cubicBezTo>
                <a:lnTo>
                  <a:pt x="2691916" y="5595893"/>
                </a:lnTo>
                <a:cubicBezTo>
                  <a:pt x="2691916" y="5596488"/>
                  <a:pt x="2692065" y="5597009"/>
                  <a:pt x="2692363" y="5597456"/>
                </a:cubicBezTo>
                <a:cubicBezTo>
                  <a:pt x="2692660" y="5597902"/>
                  <a:pt x="2693181" y="5598256"/>
                  <a:pt x="2693925" y="5598516"/>
                </a:cubicBezTo>
                <a:cubicBezTo>
                  <a:pt x="2694670" y="5598777"/>
                  <a:pt x="2695674" y="5599000"/>
                  <a:pt x="2696939" y="5599186"/>
                </a:cubicBezTo>
                <a:cubicBezTo>
                  <a:pt x="2698204" y="5599372"/>
                  <a:pt x="2699730" y="5599465"/>
                  <a:pt x="2701515" y="5599465"/>
                </a:cubicBezTo>
                <a:cubicBezTo>
                  <a:pt x="2703376" y="5599465"/>
                  <a:pt x="2704920" y="5599372"/>
                  <a:pt x="2706148" y="5599186"/>
                </a:cubicBezTo>
                <a:cubicBezTo>
                  <a:pt x="2707376" y="5599000"/>
                  <a:pt x="2708362" y="5598777"/>
                  <a:pt x="2709106" y="5598516"/>
                </a:cubicBezTo>
                <a:cubicBezTo>
                  <a:pt x="2709850" y="5598256"/>
                  <a:pt x="2710371" y="5597902"/>
                  <a:pt x="2710668" y="5597456"/>
                </a:cubicBezTo>
                <a:cubicBezTo>
                  <a:pt x="2710966" y="5597009"/>
                  <a:pt x="2711115" y="5596488"/>
                  <a:pt x="2711115" y="5595893"/>
                </a:cubicBezTo>
                <a:lnTo>
                  <a:pt x="2711115" y="5532716"/>
                </a:lnTo>
                <a:lnTo>
                  <a:pt x="2719152" y="5532716"/>
                </a:lnTo>
                <a:cubicBezTo>
                  <a:pt x="2723616" y="5532716"/>
                  <a:pt x="2727635" y="5533236"/>
                  <a:pt x="2731207" y="5534278"/>
                </a:cubicBezTo>
                <a:cubicBezTo>
                  <a:pt x="2734779" y="5535320"/>
                  <a:pt x="2737960" y="5536939"/>
                  <a:pt x="2740750" y="5539134"/>
                </a:cubicBezTo>
                <a:cubicBezTo>
                  <a:pt x="2743541" y="5541329"/>
                  <a:pt x="2746015" y="5544101"/>
                  <a:pt x="2748173" y="5547450"/>
                </a:cubicBezTo>
                <a:cubicBezTo>
                  <a:pt x="2750331" y="5550798"/>
                  <a:pt x="2752303" y="5554854"/>
                  <a:pt x="2754089" y="5559616"/>
                </a:cubicBezTo>
                <a:lnTo>
                  <a:pt x="2767372" y="5594888"/>
                </a:lnTo>
                <a:cubicBezTo>
                  <a:pt x="2767595" y="5595707"/>
                  <a:pt x="2767911" y="5596395"/>
                  <a:pt x="2768321" y="5596953"/>
                </a:cubicBezTo>
                <a:cubicBezTo>
                  <a:pt x="2768730" y="5597512"/>
                  <a:pt x="2769325" y="5597977"/>
                  <a:pt x="2770107" y="5598349"/>
                </a:cubicBezTo>
                <a:cubicBezTo>
                  <a:pt x="2770888" y="5598721"/>
                  <a:pt x="2771930" y="5599000"/>
                  <a:pt x="2773232" y="5599186"/>
                </a:cubicBezTo>
                <a:cubicBezTo>
                  <a:pt x="2774534" y="5599372"/>
                  <a:pt x="2776265" y="5599465"/>
                  <a:pt x="2778422" y="5599465"/>
                </a:cubicBezTo>
                <a:cubicBezTo>
                  <a:pt x="2780283" y="5599465"/>
                  <a:pt x="2781845" y="5599391"/>
                  <a:pt x="2783110" y="5599242"/>
                </a:cubicBezTo>
                <a:cubicBezTo>
                  <a:pt x="2784376" y="5599093"/>
                  <a:pt x="2785361" y="5598870"/>
                  <a:pt x="2786069" y="5598572"/>
                </a:cubicBezTo>
                <a:cubicBezTo>
                  <a:pt x="2786776" y="5598274"/>
                  <a:pt x="2787278" y="5597902"/>
                  <a:pt x="2787576" y="5597456"/>
                </a:cubicBezTo>
                <a:cubicBezTo>
                  <a:pt x="2787873" y="5597009"/>
                  <a:pt x="2788022" y="5596451"/>
                  <a:pt x="2788022" y="5595781"/>
                </a:cubicBezTo>
                <a:cubicBezTo>
                  <a:pt x="2788022" y="5595186"/>
                  <a:pt x="2787948" y="5594498"/>
                  <a:pt x="2787799" y="5593716"/>
                </a:cubicBezTo>
                <a:cubicBezTo>
                  <a:pt x="2787650" y="5592935"/>
                  <a:pt x="2787203" y="5591577"/>
                  <a:pt x="2786459" y="5589642"/>
                </a:cubicBezTo>
                <a:lnTo>
                  <a:pt x="2772842" y="5555263"/>
                </a:lnTo>
                <a:cubicBezTo>
                  <a:pt x="2770981" y="5550426"/>
                  <a:pt x="2769083" y="5546278"/>
                  <a:pt x="2767149" y="5542817"/>
                </a:cubicBezTo>
                <a:cubicBezTo>
                  <a:pt x="2765214" y="5539357"/>
                  <a:pt x="2763093" y="5536399"/>
                  <a:pt x="2760786" y="5533943"/>
                </a:cubicBezTo>
                <a:cubicBezTo>
                  <a:pt x="2758480" y="5531488"/>
                  <a:pt x="2755968" y="5529423"/>
                  <a:pt x="2753252" y="5527748"/>
                </a:cubicBezTo>
                <a:cubicBezTo>
                  <a:pt x="2750536" y="5526074"/>
                  <a:pt x="2747429" y="5524604"/>
                  <a:pt x="2743932" y="5523339"/>
                </a:cubicBezTo>
                <a:lnTo>
                  <a:pt x="2743932" y="5523116"/>
                </a:lnTo>
                <a:cubicBezTo>
                  <a:pt x="2746982" y="5522223"/>
                  <a:pt x="2749736" y="5521014"/>
                  <a:pt x="2752192" y="5519488"/>
                </a:cubicBezTo>
                <a:cubicBezTo>
                  <a:pt x="2754647" y="5517963"/>
                  <a:pt x="2756917" y="5516028"/>
                  <a:pt x="2759000" y="5513684"/>
                </a:cubicBezTo>
                <a:cubicBezTo>
                  <a:pt x="2761084" y="5511340"/>
                  <a:pt x="2763000" y="5508531"/>
                  <a:pt x="2764749" y="5505257"/>
                </a:cubicBezTo>
                <a:cubicBezTo>
                  <a:pt x="2766498" y="5501983"/>
                  <a:pt x="2768191" y="5498076"/>
                  <a:pt x="2769828" y="5493537"/>
                </a:cubicBezTo>
                <a:lnTo>
                  <a:pt x="2781325" y="5463510"/>
                </a:lnTo>
                <a:cubicBezTo>
                  <a:pt x="2781771" y="5462171"/>
                  <a:pt x="2782125" y="5460999"/>
                  <a:pt x="2782385" y="5459994"/>
                </a:cubicBezTo>
                <a:cubicBezTo>
                  <a:pt x="2782645" y="5458990"/>
                  <a:pt x="2782776" y="5458078"/>
                  <a:pt x="2782776" y="5457260"/>
                </a:cubicBezTo>
                <a:cubicBezTo>
                  <a:pt x="2782776" y="5456664"/>
                  <a:pt x="2782664" y="5456143"/>
                  <a:pt x="2782441" y="5455697"/>
                </a:cubicBezTo>
                <a:cubicBezTo>
                  <a:pt x="2782217" y="5455251"/>
                  <a:pt x="2781753" y="5454878"/>
                  <a:pt x="2781046" y="5454581"/>
                </a:cubicBezTo>
                <a:cubicBezTo>
                  <a:pt x="2780339" y="5454283"/>
                  <a:pt x="2779390" y="5454060"/>
                  <a:pt x="2778199" y="5453911"/>
                </a:cubicBezTo>
                <a:cubicBezTo>
                  <a:pt x="2777009" y="5453762"/>
                  <a:pt x="2775446" y="5453688"/>
                  <a:pt x="2773511" y="5453688"/>
                </a:cubicBezTo>
                <a:cubicBezTo>
                  <a:pt x="2771427" y="5453688"/>
                  <a:pt x="2769735" y="5453781"/>
                  <a:pt x="2768433" y="5453967"/>
                </a:cubicBezTo>
                <a:cubicBezTo>
                  <a:pt x="2767130" y="5454153"/>
                  <a:pt x="2766107" y="5454432"/>
                  <a:pt x="2765363" y="5454804"/>
                </a:cubicBezTo>
                <a:cubicBezTo>
                  <a:pt x="2764619" y="5455176"/>
                  <a:pt x="2764060" y="5455660"/>
                  <a:pt x="2763688" y="5456255"/>
                </a:cubicBezTo>
                <a:cubicBezTo>
                  <a:pt x="2763316" y="5456850"/>
                  <a:pt x="2763019" y="5457520"/>
                  <a:pt x="2762795" y="5458264"/>
                </a:cubicBezTo>
                <a:lnTo>
                  <a:pt x="2751857" y="5489741"/>
                </a:lnTo>
                <a:cubicBezTo>
                  <a:pt x="2750294" y="5494281"/>
                  <a:pt x="2748527" y="5498206"/>
                  <a:pt x="2746555" y="5501517"/>
                </a:cubicBezTo>
                <a:cubicBezTo>
                  <a:pt x="2744583" y="5504829"/>
                  <a:pt x="2742313" y="5507564"/>
                  <a:pt x="2739746" y="5509722"/>
                </a:cubicBezTo>
                <a:cubicBezTo>
                  <a:pt x="2737178" y="5511880"/>
                  <a:pt x="2734221" y="5513498"/>
                  <a:pt x="2730872" y="5514577"/>
                </a:cubicBezTo>
                <a:cubicBezTo>
                  <a:pt x="2727523" y="5515656"/>
                  <a:pt x="2723616" y="5516196"/>
                  <a:pt x="2719152" y="5516196"/>
                </a:cubicBezTo>
                <a:lnTo>
                  <a:pt x="2711115" y="5516196"/>
                </a:lnTo>
                <a:lnTo>
                  <a:pt x="2711115" y="5457148"/>
                </a:lnTo>
                <a:cubicBezTo>
                  <a:pt x="2711115" y="5456627"/>
                  <a:pt x="2710966" y="5456143"/>
                  <a:pt x="2710668" y="5455697"/>
                </a:cubicBezTo>
                <a:cubicBezTo>
                  <a:pt x="2710371" y="5455251"/>
                  <a:pt x="2709850" y="5454897"/>
                  <a:pt x="2709106" y="5454637"/>
                </a:cubicBezTo>
                <a:cubicBezTo>
                  <a:pt x="2708362" y="5454376"/>
                  <a:pt x="2707376" y="5454153"/>
                  <a:pt x="2706148" y="5453967"/>
                </a:cubicBezTo>
                <a:cubicBezTo>
                  <a:pt x="2704920" y="5453781"/>
                  <a:pt x="2703376" y="5453688"/>
                  <a:pt x="2701515" y="5453688"/>
                </a:cubicBezTo>
                <a:close/>
                <a:moveTo>
                  <a:pt x="699293" y="5442358"/>
                </a:moveTo>
                <a:cubicBezTo>
                  <a:pt x="698475" y="5442321"/>
                  <a:pt x="697433" y="5442414"/>
                  <a:pt x="696168" y="5442637"/>
                </a:cubicBezTo>
                <a:lnTo>
                  <a:pt x="660338" y="5448553"/>
                </a:lnTo>
                <a:cubicBezTo>
                  <a:pt x="656096" y="5449297"/>
                  <a:pt x="652282" y="5450153"/>
                  <a:pt x="648897" y="5451121"/>
                </a:cubicBezTo>
                <a:cubicBezTo>
                  <a:pt x="645511" y="5452088"/>
                  <a:pt x="642478" y="5453223"/>
                  <a:pt x="639799" y="5454525"/>
                </a:cubicBezTo>
                <a:cubicBezTo>
                  <a:pt x="637121" y="5455827"/>
                  <a:pt x="634683" y="5457241"/>
                  <a:pt x="632488" y="5458767"/>
                </a:cubicBezTo>
                <a:cubicBezTo>
                  <a:pt x="630293" y="5460292"/>
                  <a:pt x="628061" y="5462320"/>
                  <a:pt x="625791" y="5464850"/>
                </a:cubicBezTo>
                <a:cubicBezTo>
                  <a:pt x="623521" y="5467380"/>
                  <a:pt x="621308" y="5470803"/>
                  <a:pt x="619149" y="5475119"/>
                </a:cubicBezTo>
                <a:cubicBezTo>
                  <a:pt x="616992" y="5479435"/>
                  <a:pt x="615131" y="5484663"/>
                  <a:pt x="613568" y="5490802"/>
                </a:cubicBezTo>
                <a:cubicBezTo>
                  <a:pt x="612006" y="5496941"/>
                  <a:pt x="610797" y="5503861"/>
                  <a:pt x="609941" y="5511563"/>
                </a:cubicBezTo>
                <a:cubicBezTo>
                  <a:pt x="609085" y="5519265"/>
                  <a:pt x="608657" y="5527693"/>
                  <a:pt x="608657" y="5536846"/>
                </a:cubicBezTo>
                <a:cubicBezTo>
                  <a:pt x="608657" y="5547636"/>
                  <a:pt x="609587" y="5557030"/>
                  <a:pt x="611448" y="5565030"/>
                </a:cubicBezTo>
                <a:cubicBezTo>
                  <a:pt x="613308" y="5573029"/>
                  <a:pt x="616192" y="5579689"/>
                  <a:pt x="620098" y="5585010"/>
                </a:cubicBezTo>
                <a:cubicBezTo>
                  <a:pt x="624005" y="5590331"/>
                  <a:pt x="628954" y="5594312"/>
                  <a:pt x="634944" y="5596953"/>
                </a:cubicBezTo>
                <a:cubicBezTo>
                  <a:pt x="640934" y="5599595"/>
                  <a:pt x="648022" y="5600916"/>
                  <a:pt x="656208" y="5600916"/>
                </a:cubicBezTo>
                <a:cubicBezTo>
                  <a:pt x="664096" y="5600916"/>
                  <a:pt x="671184" y="5599539"/>
                  <a:pt x="677471" y="5596786"/>
                </a:cubicBezTo>
                <a:cubicBezTo>
                  <a:pt x="683759" y="5594033"/>
                  <a:pt x="689099" y="5590145"/>
                  <a:pt x="693489" y="5585122"/>
                </a:cubicBezTo>
                <a:cubicBezTo>
                  <a:pt x="697880" y="5580099"/>
                  <a:pt x="701228" y="5574127"/>
                  <a:pt x="703535" y="5567206"/>
                </a:cubicBezTo>
                <a:cubicBezTo>
                  <a:pt x="705842" y="5560286"/>
                  <a:pt x="706995" y="5552621"/>
                  <a:pt x="706995" y="5544213"/>
                </a:cubicBezTo>
                <a:cubicBezTo>
                  <a:pt x="706995" y="5536697"/>
                  <a:pt x="706121" y="5529813"/>
                  <a:pt x="704372" y="5523563"/>
                </a:cubicBezTo>
                <a:cubicBezTo>
                  <a:pt x="702624" y="5517312"/>
                  <a:pt x="699982" y="5511954"/>
                  <a:pt x="696447" y="5507489"/>
                </a:cubicBezTo>
                <a:cubicBezTo>
                  <a:pt x="692912" y="5503024"/>
                  <a:pt x="688448" y="5499583"/>
                  <a:pt x="683053" y="5497164"/>
                </a:cubicBezTo>
                <a:cubicBezTo>
                  <a:pt x="677658" y="5494746"/>
                  <a:pt x="671351" y="5493537"/>
                  <a:pt x="664133" y="5493537"/>
                </a:cubicBezTo>
                <a:cubicBezTo>
                  <a:pt x="660338" y="5493537"/>
                  <a:pt x="656747" y="5493927"/>
                  <a:pt x="653361" y="5494709"/>
                </a:cubicBezTo>
                <a:cubicBezTo>
                  <a:pt x="649976" y="5495490"/>
                  <a:pt x="646757" y="5496625"/>
                  <a:pt x="643706" y="5498113"/>
                </a:cubicBezTo>
                <a:cubicBezTo>
                  <a:pt x="640655" y="5499601"/>
                  <a:pt x="637753" y="5501406"/>
                  <a:pt x="635000" y="5503527"/>
                </a:cubicBezTo>
                <a:cubicBezTo>
                  <a:pt x="632246" y="5505647"/>
                  <a:pt x="629642" y="5508010"/>
                  <a:pt x="627186" y="5510615"/>
                </a:cubicBezTo>
                <a:cubicBezTo>
                  <a:pt x="627707" y="5506671"/>
                  <a:pt x="628247" y="5502969"/>
                  <a:pt x="628805" y="5499508"/>
                </a:cubicBezTo>
                <a:cubicBezTo>
                  <a:pt x="629363" y="5496048"/>
                  <a:pt x="630070" y="5492848"/>
                  <a:pt x="630926" y="5489909"/>
                </a:cubicBezTo>
                <a:cubicBezTo>
                  <a:pt x="631781" y="5486970"/>
                  <a:pt x="632823" y="5484346"/>
                  <a:pt x="634051" y="5482040"/>
                </a:cubicBezTo>
                <a:cubicBezTo>
                  <a:pt x="635279" y="5479733"/>
                  <a:pt x="636637" y="5477798"/>
                  <a:pt x="638125" y="5476235"/>
                </a:cubicBezTo>
                <a:cubicBezTo>
                  <a:pt x="639613" y="5474673"/>
                  <a:pt x="641102" y="5473389"/>
                  <a:pt x="642590" y="5472384"/>
                </a:cubicBezTo>
                <a:cubicBezTo>
                  <a:pt x="644078" y="5471380"/>
                  <a:pt x="645808" y="5470468"/>
                  <a:pt x="647780" y="5469650"/>
                </a:cubicBezTo>
                <a:cubicBezTo>
                  <a:pt x="649752" y="5468831"/>
                  <a:pt x="652003" y="5468087"/>
                  <a:pt x="654533" y="5467417"/>
                </a:cubicBezTo>
                <a:cubicBezTo>
                  <a:pt x="657063" y="5466747"/>
                  <a:pt x="660003" y="5466152"/>
                  <a:pt x="663352" y="5465631"/>
                </a:cubicBezTo>
                <a:lnTo>
                  <a:pt x="696726" y="5460050"/>
                </a:lnTo>
                <a:cubicBezTo>
                  <a:pt x="697917" y="5459827"/>
                  <a:pt x="698884" y="5459529"/>
                  <a:pt x="699628" y="5459157"/>
                </a:cubicBezTo>
                <a:cubicBezTo>
                  <a:pt x="700373" y="5458785"/>
                  <a:pt x="700931" y="5458264"/>
                  <a:pt x="701303" y="5457595"/>
                </a:cubicBezTo>
                <a:cubicBezTo>
                  <a:pt x="701675" y="5456925"/>
                  <a:pt x="701935" y="5456069"/>
                  <a:pt x="702084" y="5455027"/>
                </a:cubicBezTo>
                <a:cubicBezTo>
                  <a:pt x="702233" y="5453985"/>
                  <a:pt x="702307" y="5452720"/>
                  <a:pt x="702307" y="5451232"/>
                </a:cubicBezTo>
                <a:cubicBezTo>
                  <a:pt x="702307" y="5449000"/>
                  <a:pt x="702233" y="5447251"/>
                  <a:pt x="702084" y="5445986"/>
                </a:cubicBezTo>
                <a:cubicBezTo>
                  <a:pt x="701935" y="5444721"/>
                  <a:pt x="701637" y="5443809"/>
                  <a:pt x="701191" y="5443251"/>
                </a:cubicBezTo>
                <a:cubicBezTo>
                  <a:pt x="700745" y="5442693"/>
                  <a:pt x="700112" y="5442395"/>
                  <a:pt x="699293" y="5442358"/>
                </a:cubicBezTo>
                <a:close/>
                <a:moveTo>
                  <a:pt x="4826412" y="4515015"/>
                </a:moveTo>
                <a:lnTo>
                  <a:pt x="4874334" y="4515015"/>
                </a:lnTo>
                <a:cubicBezTo>
                  <a:pt x="4887233" y="4515015"/>
                  <a:pt x="4898395" y="4516007"/>
                  <a:pt x="4907821" y="4517992"/>
                </a:cubicBezTo>
                <a:cubicBezTo>
                  <a:pt x="4917247" y="4519976"/>
                  <a:pt x="4924986" y="4522953"/>
                  <a:pt x="4931038" y="4526921"/>
                </a:cubicBezTo>
                <a:cubicBezTo>
                  <a:pt x="4937090" y="4530890"/>
                  <a:pt x="4941506" y="4535901"/>
                  <a:pt x="4944284" y="4541953"/>
                </a:cubicBezTo>
                <a:cubicBezTo>
                  <a:pt x="4947062" y="4548005"/>
                  <a:pt x="4948451" y="4555000"/>
                  <a:pt x="4948451" y="4562938"/>
                </a:cubicBezTo>
                <a:cubicBezTo>
                  <a:pt x="4948451" y="4570677"/>
                  <a:pt x="4947062" y="4577672"/>
                  <a:pt x="4944284" y="4583923"/>
                </a:cubicBezTo>
                <a:cubicBezTo>
                  <a:pt x="4941506" y="4590173"/>
                  <a:pt x="4937090" y="4595481"/>
                  <a:pt x="4931038" y="4599847"/>
                </a:cubicBezTo>
                <a:cubicBezTo>
                  <a:pt x="4924986" y="4604213"/>
                  <a:pt x="4917395" y="4607537"/>
                  <a:pt x="4908267" y="4609819"/>
                </a:cubicBezTo>
                <a:cubicBezTo>
                  <a:pt x="4899139" y="4612101"/>
                  <a:pt x="4888126" y="4613242"/>
                  <a:pt x="4875227" y="4613242"/>
                </a:cubicBezTo>
                <a:cubicBezTo>
                  <a:pt x="4871655" y="4613242"/>
                  <a:pt x="4867736" y="4613142"/>
                  <a:pt x="4863470" y="4612944"/>
                </a:cubicBezTo>
                <a:cubicBezTo>
                  <a:pt x="4859204" y="4612746"/>
                  <a:pt x="4854937" y="4612498"/>
                  <a:pt x="4850671" y="4612200"/>
                </a:cubicBezTo>
                <a:cubicBezTo>
                  <a:pt x="4846404" y="4611902"/>
                  <a:pt x="4842237" y="4611605"/>
                  <a:pt x="4838169" y="4611307"/>
                </a:cubicBezTo>
                <a:cubicBezTo>
                  <a:pt x="4834101" y="4611009"/>
                  <a:pt x="4830182" y="4610563"/>
                  <a:pt x="4826412" y="4609967"/>
                </a:cubicBezTo>
                <a:close/>
                <a:moveTo>
                  <a:pt x="1159287" y="4515015"/>
                </a:moveTo>
                <a:lnTo>
                  <a:pt x="1207209" y="4515015"/>
                </a:lnTo>
                <a:cubicBezTo>
                  <a:pt x="1220108" y="4515015"/>
                  <a:pt x="1231270" y="4516007"/>
                  <a:pt x="1240696" y="4517992"/>
                </a:cubicBezTo>
                <a:cubicBezTo>
                  <a:pt x="1250122" y="4519976"/>
                  <a:pt x="1257861" y="4522953"/>
                  <a:pt x="1263913" y="4526921"/>
                </a:cubicBezTo>
                <a:cubicBezTo>
                  <a:pt x="1269965" y="4530890"/>
                  <a:pt x="1274381" y="4535901"/>
                  <a:pt x="1277159" y="4541953"/>
                </a:cubicBezTo>
                <a:cubicBezTo>
                  <a:pt x="1279937" y="4548005"/>
                  <a:pt x="1281326" y="4555000"/>
                  <a:pt x="1281326" y="4562938"/>
                </a:cubicBezTo>
                <a:cubicBezTo>
                  <a:pt x="1281326" y="4570677"/>
                  <a:pt x="1279937" y="4577672"/>
                  <a:pt x="1277159" y="4583923"/>
                </a:cubicBezTo>
                <a:cubicBezTo>
                  <a:pt x="1274381" y="4590173"/>
                  <a:pt x="1269965" y="4595481"/>
                  <a:pt x="1263913" y="4599847"/>
                </a:cubicBezTo>
                <a:cubicBezTo>
                  <a:pt x="1257861" y="4604213"/>
                  <a:pt x="1250270" y="4607537"/>
                  <a:pt x="1241142" y="4609819"/>
                </a:cubicBezTo>
                <a:cubicBezTo>
                  <a:pt x="1232014" y="4612101"/>
                  <a:pt x="1221001" y="4613242"/>
                  <a:pt x="1208102" y="4613242"/>
                </a:cubicBezTo>
                <a:cubicBezTo>
                  <a:pt x="1204530" y="4613242"/>
                  <a:pt x="1200611" y="4613142"/>
                  <a:pt x="1196345" y="4612944"/>
                </a:cubicBezTo>
                <a:cubicBezTo>
                  <a:pt x="1192079" y="4612746"/>
                  <a:pt x="1187812" y="4612498"/>
                  <a:pt x="1183546" y="4612200"/>
                </a:cubicBezTo>
                <a:cubicBezTo>
                  <a:pt x="1179279" y="4611902"/>
                  <a:pt x="1175112" y="4611605"/>
                  <a:pt x="1171044" y="4611307"/>
                </a:cubicBezTo>
                <a:cubicBezTo>
                  <a:pt x="1166976" y="4611009"/>
                  <a:pt x="1163057" y="4610563"/>
                  <a:pt x="1159287" y="4609967"/>
                </a:cubicBezTo>
                <a:close/>
                <a:moveTo>
                  <a:pt x="4260162" y="4400120"/>
                </a:moveTo>
                <a:cubicBezTo>
                  <a:pt x="4272940" y="4400120"/>
                  <a:pt x="4283621" y="4403096"/>
                  <a:pt x="4292207" y="4409050"/>
                </a:cubicBezTo>
                <a:cubicBezTo>
                  <a:pt x="4300793" y="4415003"/>
                  <a:pt x="4307631" y="4422940"/>
                  <a:pt x="4312722" y="4432862"/>
                </a:cubicBezTo>
                <a:cubicBezTo>
                  <a:pt x="4317813" y="4442784"/>
                  <a:pt x="4321407" y="4454144"/>
                  <a:pt x="4323503" y="4466944"/>
                </a:cubicBezTo>
                <a:cubicBezTo>
                  <a:pt x="4325599" y="4479743"/>
                  <a:pt x="4326647" y="4492989"/>
                  <a:pt x="4326647" y="4506681"/>
                </a:cubicBezTo>
                <a:cubicBezTo>
                  <a:pt x="4326647" y="4519182"/>
                  <a:pt x="4325349" y="4531585"/>
                  <a:pt x="4322754" y="4543888"/>
                </a:cubicBezTo>
                <a:cubicBezTo>
                  <a:pt x="4320159" y="4556191"/>
                  <a:pt x="4316116" y="4567303"/>
                  <a:pt x="4310624" y="4577225"/>
                </a:cubicBezTo>
                <a:cubicBezTo>
                  <a:pt x="4305133" y="4587147"/>
                  <a:pt x="4297945" y="4595085"/>
                  <a:pt x="4289061" y="4601038"/>
                </a:cubicBezTo>
                <a:cubicBezTo>
                  <a:pt x="4280176" y="4606991"/>
                  <a:pt x="4269545" y="4609967"/>
                  <a:pt x="4257167" y="4609967"/>
                </a:cubicBezTo>
                <a:cubicBezTo>
                  <a:pt x="4243791" y="4609967"/>
                  <a:pt x="4231014" y="4605602"/>
                  <a:pt x="4218835" y="4596871"/>
                </a:cubicBezTo>
                <a:cubicBezTo>
                  <a:pt x="4206656" y="4588139"/>
                  <a:pt x="4193777" y="4575538"/>
                  <a:pt x="4180200" y="4559068"/>
                </a:cubicBezTo>
                <a:lnTo>
                  <a:pt x="4180200" y="4452507"/>
                </a:lnTo>
                <a:cubicBezTo>
                  <a:pt x="4187985" y="4442784"/>
                  <a:pt x="4195372" y="4434598"/>
                  <a:pt x="4202361" y="4427951"/>
                </a:cubicBezTo>
                <a:cubicBezTo>
                  <a:pt x="4209350" y="4421303"/>
                  <a:pt x="4216039" y="4415945"/>
                  <a:pt x="4222428" y="4411877"/>
                </a:cubicBezTo>
                <a:cubicBezTo>
                  <a:pt x="4228816" y="4407809"/>
                  <a:pt x="4235105" y="4404833"/>
                  <a:pt x="4241294" y="4402948"/>
                </a:cubicBezTo>
                <a:cubicBezTo>
                  <a:pt x="4247483" y="4401062"/>
                  <a:pt x="4253772" y="4400120"/>
                  <a:pt x="4260162" y="4400120"/>
                </a:cubicBezTo>
                <a:close/>
                <a:moveTo>
                  <a:pt x="5190003" y="4398929"/>
                </a:moveTo>
                <a:cubicBezTo>
                  <a:pt x="5205823" y="4398929"/>
                  <a:pt x="5219038" y="4401757"/>
                  <a:pt x="5229650" y="4407412"/>
                </a:cubicBezTo>
                <a:cubicBezTo>
                  <a:pt x="5240261" y="4413068"/>
                  <a:pt x="5248671" y="4420757"/>
                  <a:pt x="5254878" y="4430481"/>
                </a:cubicBezTo>
                <a:cubicBezTo>
                  <a:pt x="5261085" y="4440204"/>
                  <a:pt x="5265541" y="4451515"/>
                  <a:pt x="5268245" y="4464414"/>
                </a:cubicBezTo>
                <a:cubicBezTo>
                  <a:pt x="5270949" y="4477312"/>
                  <a:pt x="5272300" y="4491004"/>
                  <a:pt x="5272300" y="4505490"/>
                </a:cubicBezTo>
                <a:cubicBezTo>
                  <a:pt x="5272300" y="4520968"/>
                  <a:pt x="5270698" y="4535157"/>
                  <a:pt x="5267494" y="4548055"/>
                </a:cubicBezTo>
                <a:cubicBezTo>
                  <a:pt x="5264289" y="4560953"/>
                  <a:pt x="5259283" y="4572066"/>
                  <a:pt x="5252476" y="4581392"/>
                </a:cubicBezTo>
                <a:cubicBezTo>
                  <a:pt x="5245669" y="4590719"/>
                  <a:pt x="5236959" y="4597962"/>
                  <a:pt x="5226347" y="4603121"/>
                </a:cubicBezTo>
                <a:cubicBezTo>
                  <a:pt x="5215736" y="4608281"/>
                  <a:pt x="5203221" y="4610860"/>
                  <a:pt x="5188803" y="4610860"/>
                </a:cubicBezTo>
                <a:cubicBezTo>
                  <a:pt x="5172984" y="4610860"/>
                  <a:pt x="5159768" y="4608033"/>
                  <a:pt x="5149157" y="4602377"/>
                </a:cubicBezTo>
                <a:cubicBezTo>
                  <a:pt x="5138545" y="4596722"/>
                  <a:pt x="5130086" y="4589082"/>
                  <a:pt x="5123779" y="4579458"/>
                </a:cubicBezTo>
                <a:cubicBezTo>
                  <a:pt x="5117473" y="4569833"/>
                  <a:pt x="5112968" y="4558572"/>
                  <a:pt x="5110264" y="4545674"/>
                </a:cubicBezTo>
                <a:cubicBezTo>
                  <a:pt x="5107560" y="4532775"/>
                  <a:pt x="5106208" y="4518984"/>
                  <a:pt x="5106208" y="4504300"/>
                </a:cubicBezTo>
                <a:cubicBezTo>
                  <a:pt x="5106208" y="4489020"/>
                  <a:pt x="5107860" y="4474931"/>
                  <a:pt x="5111164" y="4462032"/>
                </a:cubicBezTo>
                <a:cubicBezTo>
                  <a:pt x="5114468" y="4449134"/>
                  <a:pt x="5119523" y="4437972"/>
                  <a:pt x="5126330" y="4428546"/>
                </a:cubicBezTo>
                <a:cubicBezTo>
                  <a:pt x="5133137" y="4419120"/>
                  <a:pt x="5141797" y="4411828"/>
                  <a:pt x="5152310" y="4406668"/>
                </a:cubicBezTo>
                <a:cubicBezTo>
                  <a:pt x="5162823" y="4401509"/>
                  <a:pt x="5175387" y="4398929"/>
                  <a:pt x="5190003" y="4398929"/>
                </a:cubicBezTo>
                <a:close/>
                <a:moveTo>
                  <a:pt x="4570878" y="4398929"/>
                </a:moveTo>
                <a:cubicBezTo>
                  <a:pt x="4586698" y="4398929"/>
                  <a:pt x="4599913" y="4401757"/>
                  <a:pt x="4610525" y="4407412"/>
                </a:cubicBezTo>
                <a:cubicBezTo>
                  <a:pt x="4621137" y="4413068"/>
                  <a:pt x="4629546" y="4420757"/>
                  <a:pt x="4635754" y="4430481"/>
                </a:cubicBezTo>
                <a:cubicBezTo>
                  <a:pt x="4641961" y="4440204"/>
                  <a:pt x="4646417" y="4451515"/>
                  <a:pt x="4649120" y="4464414"/>
                </a:cubicBezTo>
                <a:cubicBezTo>
                  <a:pt x="4651824" y="4477312"/>
                  <a:pt x="4653176" y="4491004"/>
                  <a:pt x="4653176" y="4505490"/>
                </a:cubicBezTo>
                <a:cubicBezTo>
                  <a:pt x="4653176" y="4520968"/>
                  <a:pt x="4651574" y="4535157"/>
                  <a:pt x="4648369" y="4548055"/>
                </a:cubicBezTo>
                <a:cubicBezTo>
                  <a:pt x="4645165" y="4560953"/>
                  <a:pt x="4640159" y="4572066"/>
                  <a:pt x="4633351" y="4581392"/>
                </a:cubicBezTo>
                <a:cubicBezTo>
                  <a:pt x="4626544" y="4590719"/>
                  <a:pt x="4617835" y="4597962"/>
                  <a:pt x="4607223" y="4603121"/>
                </a:cubicBezTo>
                <a:cubicBezTo>
                  <a:pt x="4596611" y="4608281"/>
                  <a:pt x="4584096" y="4610860"/>
                  <a:pt x="4569679" y="4610860"/>
                </a:cubicBezTo>
                <a:cubicBezTo>
                  <a:pt x="4553859" y="4610860"/>
                  <a:pt x="4540644" y="4608033"/>
                  <a:pt x="4530032" y="4602377"/>
                </a:cubicBezTo>
                <a:cubicBezTo>
                  <a:pt x="4519420" y="4596722"/>
                  <a:pt x="4510961" y="4589082"/>
                  <a:pt x="4504655" y="4579458"/>
                </a:cubicBezTo>
                <a:cubicBezTo>
                  <a:pt x="4498348" y="4569833"/>
                  <a:pt x="4493843" y="4558572"/>
                  <a:pt x="4491139" y="4545674"/>
                </a:cubicBezTo>
                <a:cubicBezTo>
                  <a:pt x="4488436" y="4532775"/>
                  <a:pt x="4487084" y="4518984"/>
                  <a:pt x="4487084" y="4504300"/>
                </a:cubicBezTo>
                <a:cubicBezTo>
                  <a:pt x="4487084" y="4489020"/>
                  <a:pt x="4488736" y="4474931"/>
                  <a:pt x="4492039" y="4462032"/>
                </a:cubicBezTo>
                <a:cubicBezTo>
                  <a:pt x="4495343" y="4449134"/>
                  <a:pt x="4500398" y="4437972"/>
                  <a:pt x="4507206" y="4428546"/>
                </a:cubicBezTo>
                <a:cubicBezTo>
                  <a:pt x="4514013" y="4419120"/>
                  <a:pt x="4522673" y="4411828"/>
                  <a:pt x="4533185" y="4406668"/>
                </a:cubicBezTo>
                <a:cubicBezTo>
                  <a:pt x="4543698" y="4401509"/>
                  <a:pt x="4556262" y="4398929"/>
                  <a:pt x="4570878" y="4398929"/>
                </a:cubicBezTo>
                <a:close/>
                <a:moveTo>
                  <a:pt x="770403" y="4398929"/>
                </a:moveTo>
                <a:cubicBezTo>
                  <a:pt x="786223" y="4398929"/>
                  <a:pt x="799438" y="4401757"/>
                  <a:pt x="810050" y="4407412"/>
                </a:cubicBezTo>
                <a:cubicBezTo>
                  <a:pt x="820662" y="4413068"/>
                  <a:pt x="829071" y="4420757"/>
                  <a:pt x="835279" y="4430481"/>
                </a:cubicBezTo>
                <a:cubicBezTo>
                  <a:pt x="841486" y="4440204"/>
                  <a:pt x="845941" y="4451515"/>
                  <a:pt x="848645" y="4464414"/>
                </a:cubicBezTo>
                <a:cubicBezTo>
                  <a:pt x="851349" y="4477312"/>
                  <a:pt x="852701" y="4491004"/>
                  <a:pt x="852701" y="4505490"/>
                </a:cubicBezTo>
                <a:cubicBezTo>
                  <a:pt x="852701" y="4520968"/>
                  <a:pt x="851099" y="4535157"/>
                  <a:pt x="847894" y="4548055"/>
                </a:cubicBezTo>
                <a:cubicBezTo>
                  <a:pt x="844690" y="4560953"/>
                  <a:pt x="839684" y="4572066"/>
                  <a:pt x="832876" y="4581392"/>
                </a:cubicBezTo>
                <a:cubicBezTo>
                  <a:pt x="826069" y="4590719"/>
                  <a:pt x="817360" y="4597962"/>
                  <a:pt x="806748" y="4603121"/>
                </a:cubicBezTo>
                <a:cubicBezTo>
                  <a:pt x="796136" y="4608281"/>
                  <a:pt x="783621" y="4610860"/>
                  <a:pt x="769203" y="4610860"/>
                </a:cubicBezTo>
                <a:cubicBezTo>
                  <a:pt x="753384" y="4610860"/>
                  <a:pt x="740169" y="4608033"/>
                  <a:pt x="729557" y="4602377"/>
                </a:cubicBezTo>
                <a:cubicBezTo>
                  <a:pt x="718945" y="4596722"/>
                  <a:pt x="710486" y="4589082"/>
                  <a:pt x="704180" y="4579458"/>
                </a:cubicBezTo>
                <a:cubicBezTo>
                  <a:pt x="697873" y="4569833"/>
                  <a:pt x="693368" y="4558572"/>
                  <a:pt x="690664" y="4545674"/>
                </a:cubicBezTo>
                <a:cubicBezTo>
                  <a:pt x="687960" y="4532775"/>
                  <a:pt x="686609" y="4518984"/>
                  <a:pt x="686609" y="4504300"/>
                </a:cubicBezTo>
                <a:cubicBezTo>
                  <a:pt x="686609" y="4489020"/>
                  <a:pt x="688260" y="4474931"/>
                  <a:pt x="691564" y="4462032"/>
                </a:cubicBezTo>
                <a:cubicBezTo>
                  <a:pt x="694868" y="4449134"/>
                  <a:pt x="699923" y="4437972"/>
                  <a:pt x="706731" y="4428546"/>
                </a:cubicBezTo>
                <a:cubicBezTo>
                  <a:pt x="713538" y="4419120"/>
                  <a:pt x="722198" y="4411828"/>
                  <a:pt x="732710" y="4406668"/>
                </a:cubicBezTo>
                <a:cubicBezTo>
                  <a:pt x="743223" y="4401509"/>
                  <a:pt x="755787" y="4398929"/>
                  <a:pt x="770403" y="4398929"/>
                </a:cubicBezTo>
                <a:close/>
                <a:moveTo>
                  <a:pt x="4871655" y="4396250"/>
                </a:moveTo>
                <a:cubicBezTo>
                  <a:pt x="4883958" y="4396250"/>
                  <a:pt x="4894426" y="4397143"/>
                  <a:pt x="4903058" y="4398929"/>
                </a:cubicBezTo>
                <a:cubicBezTo>
                  <a:pt x="4911690" y="4400715"/>
                  <a:pt x="4918735" y="4403394"/>
                  <a:pt x="4924192" y="4406966"/>
                </a:cubicBezTo>
                <a:cubicBezTo>
                  <a:pt x="4929649" y="4410538"/>
                  <a:pt x="4933568" y="4414903"/>
                  <a:pt x="4935949" y="4420063"/>
                </a:cubicBezTo>
                <a:cubicBezTo>
                  <a:pt x="4938330" y="4425222"/>
                  <a:pt x="4939521" y="4431076"/>
                  <a:pt x="4939521" y="4437625"/>
                </a:cubicBezTo>
                <a:cubicBezTo>
                  <a:pt x="4939521" y="4451912"/>
                  <a:pt x="4934114" y="4462876"/>
                  <a:pt x="4923299" y="4470516"/>
                </a:cubicBezTo>
                <a:cubicBezTo>
                  <a:pt x="4912484" y="4478155"/>
                  <a:pt x="4896857" y="4481975"/>
                  <a:pt x="4876418" y="4481975"/>
                </a:cubicBezTo>
                <a:lnTo>
                  <a:pt x="4826412" y="4481975"/>
                </a:lnTo>
                <a:lnTo>
                  <a:pt x="4826412" y="4398632"/>
                </a:lnTo>
                <a:cubicBezTo>
                  <a:pt x="4831770" y="4398036"/>
                  <a:pt x="4838318" y="4397490"/>
                  <a:pt x="4846057" y="4396994"/>
                </a:cubicBezTo>
                <a:cubicBezTo>
                  <a:pt x="4853796" y="4396498"/>
                  <a:pt x="4862329" y="4396250"/>
                  <a:pt x="4871655" y="4396250"/>
                </a:cubicBezTo>
                <a:close/>
                <a:moveTo>
                  <a:pt x="3934499" y="4396250"/>
                </a:moveTo>
                <a:cubicBezTo>
                  <a:pt x="3958259" y="4396250"/>
                  <a:pt x="3976177" y="4403592"/>
                  <a:pt x="3988253" y="4418277"/>
                </a:cubicBezTo>
                <a:cubicBezTo>
                  <a:pt x="4000331" y="4432961"/>
                  <a:pt x="4006071" y="4453202"/>
                  <a:pt x="4005476" y="4478999"/>
                </a:cubicBezTo>
                <a:lnTo>
                  <a:pt x="3859326" y="4478999"/>
                </a:lnTo>
                <a:cubicBezTo>
                  <a:pt x="3859726" y="4468085"/>
                  <a:pt x="3861623" y="4457617"/>
                  <a:pt x="3865017" y="4447596"/>
                </a:cubicBezTo>
                <a:cubicBezTo>
                  <a:pt x="3868410" y="4437575"/>
                  <a:pt x="3873202" y="4428794"/>
                  <a:pt x="3879393" y="4421253"/>
                </a:cubicBezTo>
                <a:cubicBezTo>
                  <a:pt x="3885583" y="4413713"/>
                  <a:pt x="3893270" y="4407660"/>
                  <a:pt x="3902454" y="4403096"/>
                </a:cubicBezTo>
                <a:cubicBezTo>
                  <a:pt x="3911638" y="4398532"/>
                  <a:pt x="3922319" y="4396250"/>
                  <a:pt x="3934499" y="4396250"/>
                </a:cubicBezTo>
                <a:close/>
                <a:moveTo>
                  <a:pt x="3220124" y="4396250"/>
                </a:moveTo>
                <a:cubicBezTo>
                  <a:pt x="3243884" y="4396250"/>
                  <a:pt x="3261802" y="4403592"/>
                  <a:pt x="3273878" y="4418277"/>
                </a:cubicBezTo>
                <a:cubicBezTo>
                  <a:pt x="3285955" y="4432961"/>
                  <a:pt x="3291696" y="4453202"/>
                  <a:pt x="3291101" y="4478999"/>
                </a:cubicBezTo>
                <a:lnTo>
                  <a:pt x="3144951" y="4478999"/>
                </a:lnTo>
                <a:cubicBezTo>
                  <a:pt x="3145351" y="4468085"/>
                  <a:pt x="3147248" y="4457617"/>
                  <a:pt x="3150642" y="4447596"/>
                </a:cubicBezTo>
                <a:cubicBezTo>
                  <a:pt x="3154035" y="4437575"/>
                  <a:pt x="3158827" y="4428794"/>
                  <a:pt x="3165018" y="4421253"/>
                </a:cubicBezTo>
                <a:cubicBezTo>
                  <a:pt x="3171208" y="4413713"/>
                  <a:pt x="3178895" y="4407660"/>
                  <a:pt x="3188079" y="4403096"/>
                </a:cubicBezTo>
                <a:cubicBezTo>
                  <a:pt x="3197263" y="4398532"/>
                  <a:pt x="3207944" y="4396250"/>
                  <a:pt x="3220124" y="4396250"/>
                </a:cubicBezTo>
                <a:close/>
                <a:moveTo>
                  <a:pt x="1772324" y="4396250"/>
                </a:moveTo>
                <a:cubicBezTo>
                  <a:pt x="1796084" y="4396250"/>
                  <a:pt x="1814002" y="4403592"/>
                  <a:pt x="1826079" y="4418277"/>
                </a:cubicBezTo>
                <a:cubicBezTo>
                  <a:pt x="1838155" y="4432961"/>
                  <a:pt x="1843896" y="4453202"/>
                  <a:pt x="1843301" y="4478999"/>
                </a:cubicBezTo>
                <a:lnTo>
                  <a:pt x="1697152" y="4478999"/>
                </a:lnTo>
                <a:cubicBezTo>
                  <a:pt x="1697552" y="4468085"/>
                  <a:pt x="1699448" y="4457617"/>
                  <a:pt x="1702842" y="4447596"/>
                </a:cubicBezTo>
                <a:cubicBezTo>
                  <a:pt x="1706236" y="4437575"/>
                  <a:pt x="1711028" y="4428794"/>
                  <a:pt x="1717218" y="4421253"/>
                </a:cubicBezTo>
                <a:cubicBezTo>
                  <a:pt x="1723408" y="4413713"/>
                  <a:pt x="1731095" y="4407660"/>
                  <a:pt x="1740279" y="4403096"/>
                </a:cubicBezTo>
                <a:cubicBezTo>
                  <a:pt x="1749463" y="4398532"/>
                  <a:pt x="1760145" y="4396250"/>
                  <a:pt x="1772324" y="4396250"/>
                </a:cubicBezTo>
                <a:close/>
                <a:moveTo>
                  <a:pt x="1204530" y="4396250"/>
                </a:moveTo>
                <a:cubicBezTo>
                  <a:pt x="1216834" y="4396250"/>
                  <a:pt x="1227301" y="4397143"/>
                  <a:pt x="1235933" y="4398929"/>
                </a:cubicBezTo>
                <a:cubicBezTo>
                  <a:pt x="1244565" y="4400715"/>
                  <a:pt x="1251610" y="4403394"/>
                  <a:pt x="1257067" y="4406966"/>
                </a:cubicBezTo>
                <a:cubicBezTo>
                  <a:pt x="1262524" y="4410538"/>
                  <a:pt x="1266443" y="4414903"/>
                  <a:pt x="1268824" y="4420063"/>
                </a:cubicBezTo>
                <a:cubicBezTo>
                  <a:pt x="1271206" y="4425222"/>
                  <a:pt x="1272396" y="4431076"/>
                  <a:pt x="1272396" y="4437625"/>
                </a:cubicBezTo>
                <a:cubicBezTo>
                  <a:pt x="1272396" y="4451912"/>
                  <a:pt x="1266989" y="4462876"/>
                  <a:pt x="1256174" y="4470516"/>
                </a:cubicBezTo>
                <a:cubicBezTo>
                  <a:pt x="1245359" y="4478155"/>
                  <a:pt x="1229732" y="4481975"/>
                  <a:pt x="1209293" y="4481975"/>
                </a:cubicBezTo>
                <a:lnTo>
                  <a:pt x="1159287" y="4481975"/>
                </a:lnTo>
                <a:lnTo>
                  <a:pt x="1159287" y="4398632"/>
                </a:lnTo>
                <a:cubicBezTo>
                  <a:pt x="1164644" y="4398036"/>
                  <a:pt x="1171193" y="4397490"/>
                  <a:pt x="1178932" y="4396994"/>
                </a:cubicBezTo>
                <a:cubicBezTo>
                  <a:pt x="1186671" y="4396498"/>
                  <a:pt x="1195204" y="4396250"/>
                  <a:pt x="1204530" y="4396250"/>
                </a:cubicBezTo>
                <a:close/>
                <a:moveTo>
                  <a:pt x="3451984" y="4363508"/>
                </a:moveTo>
                <a:cubicBezTo>
                  <a:pt x="3445039" y="4363508"/>
                  <a:pt x="3439830" y="4365145"/>
                  <a:pt x="3436357" y="4368419"/>
                </a:cubicBezTo>
                <a:cubicBezTo>
                  <a:pt x="3432884" y="4371694"/>
                  <a:pt x="3430652" y="4376506"/>
                  <a:pt x="3429660" y="4382856"/>
                </a:cubicBezTo>
                <a:lnTo>
                  <a:pt x="3400192" y="4636459"/>
                </a:lnTo>
                <a:cubicBezTo>
                  <a:pt x="3399795" y="4638642"/>
                  <a:pt x="3399795" y="4640477"/>
                  <a:pt x="3400192" y="4641966"/>
                </a:cubicBezTo>
                <a:cubicBezTo>
                  <a:pt x="3400588" y="4643454"/>
                  <a:pt x="3401531" y="4644694"/>
                  <a:pt x="3403020" y="4645686"/>
                </a:cubicBezTo>
                <a:cubicBezTo>
                  <a:pt x="3404508" y="4646678"/>
                  <a:pt x="3406691" y="4647373"/>
                  <a:pt x="3409568" y="4647770"/>
                </a:cubicBezTo>
                <a:cubicBezTo>
                  <a:pt x="3412446" y="4648167"/>
                  <a:pt x="3416364" y="4648365"/>
                  <a:pt x="3421325" y="4648365"/>
                </a:cubicBezTo>
                <a:cubicBezTo>
                  <a:pt x="3426485" y="4648365"/>
                  <a:pt x="3430652" y="4648216"/>
                  <a:pt x="3433827" y="4647919"/>
                </a:cubicBezTo>
                <a:cubicBezTo>
                  <a:pt x="3437002" y="4647621"/>
                  <a:pt x="3439581" y="4647125"/>
                  <a:pt x="3441566" y="4646430"/>
                </a:cubicBezTo>
                <a:cubicBezTo>
                  <a:pt x="3443551" y="4645736"/>
                  <a:pt x="3444890" y="4644644"/>
                  <a:pt x="3445584" y="4643156"/>
                </a:cubicBezTo>
                <a:cubicBezTo>
                  <a:pt x="3446279" y="4641668"/>
                  <a:pt x="3446725" y="4639733"/>
                  <a:pt x="3446924" y="4637352"/>
                </a:cubicBezTo>
                <a:lnTo>
                  <a:pt x="3465378" y="4483761"/>
                </a:lnTo>
                <a:cubicBezTo>
                  <a:pt x="3465775" y="4478205"/>
                  <a:pt x="3466321" y="4472252"/>
                  <a:pt x="3467016" y="4465902"/>
                </a:cubicBezTo>
                <a:cubicBezTo>
                  <a:pt x="3467710" y="4459552"/>
                  <a:pt x="3468405" y="4453103"/>
                  <a:pt x="3469099" y="4446554"/>
                </a:cubicBezTo>
                <a:cubicBezTo>
                  <a:pt x="3469794" y="4440006"/>
                  <a:pt x="3470439" y="4433457"/>
                  <a:pt x="3471034" y="4426909"/>
                </a:cubicBezTo>
                <a:cubicBezTo>
                  <a:pt x="3471629" y="4420360"/>
                  <a:pt x="3472225" y="4414209"/>
                  <a:pt x="3472820" y="4408454"/>
                </a:cubicBezTo>
                <a:lnTo>
                  <a:pt x="3473117" y="4401608"/>
                </a:lnTo>
                <a:cubicBezTo>
                  <a:pt x="3474507" y="4407363"/>
                  <a:pt x="3476193" y="4413514"/>
                  <a:pt x="3478178" y="4420063"/>
                </a:cubicBezTo>
                <a:cubicBezTo>
                  <a:pt x="3480162" y="4426611"/>
                  <a:pt x="3482196" y="4433209"/>
                  <a:pt x="3484280" y="4439857"/>
                </a:cubicBezTo>
                <a:cubicBezTo>
                  <a:pt x="3486363" y="4446505"/>
                  <a:pt x="3488447" y="4453003"/>
                  <a:pt x="3490531" y="4459353"/>
                </a:cubicBezTo>
                <a:cubicBezTo>
                  <a:pt x="3492614" y="4465703"/>
                  <a:pt x="3494648" y="4471657"/>
                  <a:pt x="3496633" y="4477213"/>
                </a:cubicBezTo>
                <a:lnTo>
                  <a:pt x="3550806" y="4636161"/>
                </a:lnTo>
                <a:cubicBezTo>
                  <a:pt x="3551600" y="4638542"/>
                  <a:pt x="3552592" y="4640527"/>
                  <a:pt x="3553783" y="4642114"/>
                </a:cubicBezTo>
                <a:cubicBezTo>
                  <a:pt x="3554973" y="4643702"/>
                  <a:pt x="3556511" y="4644942"/>
                  <a:pt x="3558396" y="4645835"/>
                </a:cubicBezTo>
                <a:cubicBezTo>
                  <a:pt x="3560281" y="4646728"/>
                  <a:pt x="3562613" y="4647373"/>
                  <a:pt x="3565391" y="4647770"/>
                </a:cubicBezTo>
                <a:cubicBezTo>
                  <a:pt x="3568169" y="4648167"/>
                  <a:pt x="3571642" y="4648365"/>
                  <a:pt x="3575809" y="4648365"/>
                </a:cubicBezTo>
                <a:cubicBezTo>
                  <a:pt x="3579976" y="4648365"/>
                  <a:pt x="3583498" y="4648167"/>
                  <a:pt x="3586376" y="4647770"/>
                </a:cubicBezTo>
                <a:cubicBezTo>
                  <a:pt x="3589253" y="4647373"/>
                  <a:pt x="3591635" y="4646678"/>
                  <a:pt x="3593520" y="4645686"/>
                </a:cubicBezTo>
                <a:cubicBezTo>
                  <a:pt x="3595404" y="4644694"/>
                  <a:pt x="3596893" y="4643404"/>
                  <a:pt x="3597984" y="4641817"/>
                </a:cubicBezTo>
                <a:cubicBezTo>
                  <a:pt x="3599076" y="4640229"/>
                  <a:pt x="3600018" y="4638245"/>
                  <a:pt x="3600812" y="4635864"/>
                </a:cubicBezTo>
                <a:lnTo>
                  <a:pt x="3657069" y="4477213"/>
                </a:lnTo>
                <a:cubicBezTo>
                  <a:pt x="3658855" y="4471458"/>
                  <a:pt x="3660790" y="4465307"/>
                  <a:pt x="3662873" y="4458758"/>
                </a:cubicBezTo>
                <a:cubicBezTo>
                  <a:pt x="3664957" y="4452210"/>
                  <a:pt x="3667140" y="4445661"/>
                  <a:pt x="3669422" y="4439113"/>
                </a:cubicBezTo>
                <a:cubicBezTo>
                  <a:pt x="3671704" y="4432564"/>
                  <a:pt x="3673837" y="4426115"/>
                  <a:pt x="3675821" y="4419765"/>
                </a:cubicBezTo>
                <a:cubicBezTo>
                  <a:pt x="3677806" y="4413415"/>
                  <a:pt x="3679691" y="4407363"/>
                  <a:pt x="3681477" y="4401608"/>
                </a:cubicBezTo>
                <a:lnTo>
                  <a:pt x="3681775" y="4408454"/>
                </a:lnTo>
                <a:cubicBezTo>
                  <a:pt x="3682370" y="4414209"/>
                  <a:pt x="3682915" y="4420360"/>
                  <a:pt x="3683412" y="4426909"/>
                </a:cubicBezTo>
                <a:cubicBezTo>
                  <a:pt x="3683908" y="4433457"/>
                  <a:pt x="3684454" y="4440006"/>
                  <a:pt x="3685049" y="4446554"/>
                </a:cubicBezTo>
                <a:cubicBezTo>
                  <a:pt x="3685644" y="4453103"/>
                  <a:pt x="3686239" y="4459552"/>
                  <a:pt x="3686835" y="4465902"/>
                </a:cubicBezTo>
                <a:cubicBezTo>
                  <a:pt x="3687430" y="4472252"/>
                  <a:pt x="3688026" y="4478205"/>
                  <a:pt x="3688621" y="4483761"/>
                </a:cubicBezTo>
                <a:lnTo>
                  <a:pt x="3707968" y="4640031"/>
                </a:lnTo>
                <a:cubicBezTo>
                  <a:pt x="3708167" y="4641817"/>
                  <a:pt x="3708613" y="4643255"/>
                  <a:pt x="3709308" y="4644347"/>
                </a:cubicBezTo>
                <a:cubicBezTo>
                  <a:pt x="3710002" y="4645438"/>
                  <a:pt x="3711243" y="4646282"/>
                  <a:pt x="3713028" y="4646877"/>
                </a:cubicBezTo>
                <a:cubicBezTo>
                  <a:pt x="3714815" y="4647472"/>
                  <a:pt x="3717295" y="4647869"/>
                  <a:pt x="3720470" y="4648067"/>
                </a:cubicBezTo>
                <a:cubicBezTo>
                  <a:pt x="3723645" y="4648266"/>
                  <a:pt x="3727713" y="4648365"/>
                  <a:pt x="3732674" y="4648365"/>
                </a:cubicBezTo>
                <a:cubicBezTo>
                  <a:pt x="3741802" y="4648365"/>
                  <a:pt x="3747854" y="4647472"/>
                  <a:pt x="3750831" y="4645686"/>
                </a:cubicBezTo>
                <a:cubicBezTo>
                  <a:pt x="3753808" y="4643900"/>
                  <a:pt x="3755196" y="4640824"/>
                  <a:pt x="3754998" y="4636459"/>
                </a:cubicBezTo>
                <a:lnTo>
                  <a:pt x="3725232" y="4382260"/>
                </a:lnTo>
                <a:cubicBezTo>
                  <a:pt x="3724637" y="4375712"/>
                  <a:pt x="3722504" y="4370950"/>
                  <a:pt x="3718833" y="4367973"/>
                </a:cubicBezTo>
                <a:cubicBezTo>
                  <a:pt x="3715162" y="4364996"/>
                  <a:pt x="3709754" y="4363508"/>
                  <a:pt x="3702610" y="4363508"/>
                </a:cubicBezTo>
                <a:lnTo>
                  <a:pt x="3679393" y="4363508"/>
                </a:lnTo>
                <a:cubicBezTo>
                  <a:pt x="3673837" y="4363508"/>
                  <a:pt x="3669124" y="4364054"/>
                  <a:pt x="3665255" y="4365145"/>
                </a:cubicBezTo>
                <a:cubicBezTo>
                  <a:pt x="3661385" y="4366237"/>
                  <a:pt x="3658061" y="4367923"/>
                  <a:pt x="3655283" y="4370205"/>
                </a:cubicBezTo>
                <a:cubicBezTo>
                  <a:pt x="3652505" y="4372487"/>
                  <a:pt x="3650173" y="4375464"/>
                  <a:pt x="3648288" y="4379135"/>
                </a:cubicBezTo>
                <a:cubicBezTo>
                  <a:pt x="3646403" y="4382806"/>
                  <a:pt x="3644667" y="4387122"/>
                  <a:pt x="3643079" y="4392083"/>
                </a:cubicBezTo>
                <a:lnTo>
                  <a:pt x="3603491" y="4505490"/>
                </a:lnTo>
                <a:cubicBezTo>
                  <a:pt x="3601308" y="4511840"/>
                  <a:pt x="3599076" y="4518488"/>
                  <a:pt x="3596794" y="4525433"/>
                </a:cubicBezTo>
                <a:cubicBezTo>
                  <a:pt x="3594512" y="4532378"/>
                  <a:pt x="3592279" y="4539373"/>
                  <a:pt x="3590096" y="4546418"/>
                </a:cubicBezTo>
                <a:cubicBezTo>
                  <a:pt x="3587914" y="4553462"/>
                  <a:pt x="3585880" y="4560408"/>
                  <a:pt x="3583994" y="4567254"/>
                </a:cubicBezTo>
                <a:cubicBezTo>
                  <a:pt x="3582109" y="4574100"/>
                  <a:pt x="3580274" y="4580599"/>
                  <a:pt x="3578488" y="4586750"/>
                </a:cubicBezTo>
                <a:lnTo>
                  <a:pt x="3577893" y="4586750"/>
                </a:lnTo>
                <a:cubicBezTo>
                  <a:pt x="3576305" y="4580797"/>
                  <a:pt x="3574569" y="4574546"/>
                  <a:pt x="3572683" y="4567998"/>
                </a:cubicBezTo>
                <a:cubicBezTo>
                  <a:pt x="3570798" y="4561450"/>
                  <a:pt x="3568814" y="4554752"/>
                  <a:pt x="3566731" y="4547906"/>
                </a:cubicBezTo>
                <a:cubicBezTo>
                  <a:pt x="3564647" y="4541060"/>
                  <a:pt x="3562415" y="4534115"/>
                  <a:pt x="3560033" y="4527070"/>
                </a:cubicBezTo>
                <a:cubicBezTo>
                  <a:pt x="3557652" y="4520026"/>
                  <a:pt x="3555370" y="4513031"/>
                  <a:pt x="3553187" y="4506085"/>
                </a:cubicBezTo>
                <a:lnTo>
                  <a:pt x="3513599" y="4392083"/>
                </a:lnTo>
                <a:cubicBezTo>
                  <a:pt x="3511813" y="4386527"/>
                  <a:pt x="3509928" y="4381913"/>
                  <a:pt x="3507943" y="4378242"/>
                </a:cubicBezTo>
                <a:cubicBezTo>
                  <a:pt x="3505959" y="4374571"/>
                  <a:pt x="3503528" y="4371644"/>
                  <a:pt x="3500651" y="4369461"/>
                </a:cubicBezTo>
                <a:cubicBezTo>
                  <a:pt x="3497773" y="4367278"/>
                  <a:pt x="3494301" y="4365741"/>
                  <a:pt x="3490233" y="4364848"/>
                </a:cubicBezTo>
                <a:cubicBezTo>
                  <a:pt x="3486165" y="4363955"/>
                  <a:pt x="3481253" y="4363508"/>
                  <a:pt x="3475499" y="4363508"/>
                </a:cubicBezTo>
                <a:close/>
                <a:moveTo>
                  <a:pt x="2004184" y="4363508"/>
                </a:moveTo>
                <a:cubicBezTo>
                  <a:pt x="1997239" y="4363508"/>
                  <a:pt x="1992030" y="4365145"/>
                  <a:pt x="1988557" y="4368419"/>
                </a:cubicBezTo>
                <a:cubicBezTo>
                  <a:pt x="1985085" y="4371694"/>
                  <a:pt x="1982852" y="4376506"/>
                  <a:pt x="1981860" y="4382856"/>
                </a:cubicBezTo>
                <a:lnTo>
                  <a:pt x="1952392" y="4636459"/>
                </a:lnTo>
                <a:cubicBezTo>
                  <a:pt x="1951995" y="4638642"/>
                  <a:pt x="1951995" y="4640477"/>
                  <a:pt x="1952392" y="4641966"/>
                </a:cubicBezTo>
                <a:cubicBezTo>
                  <a:pt x="1952789" y="4643454"/>
                  <a:pt x="1953731" y="4644694"/>
                  <a:pt x="1955220" y="4645686"/>
                </a:cubicBezTo>
                <a:cubicBezTo>
                  <a:pt x="1956708" y="4646678"/>
                  <a:pt x="1958891" y="4647373"/>
                  <a:pt x="1961768" y="4647770"/>
                </a:cubicBezTo>
                <a:cubicBezTo>
                  <a:pt x="1964645" y="4648167"/>
                  <a:pt x="1968565" y="4648365"/>
                  <a:pt x="1973526" y="4648365"/>
                </a:cubicBezTo>
                <a:cubicBezTo>
                  <a:pt x="1978685" y="4648365"/>
                  <a:pt x="1982852" y="4648216"/>
                  <a:pt x="1986027" y="4647919"/>
                </a:cubicBezTo>
                <a:cubicBezTo>
                  <a:pt x="1989202" y="4647621"/>
                  <a:pt x="1991782" y="4647125"/>
                  <a:pt x="1993766" y="4646430"/>
                </a:cubicBezTo>
                <a:cubicBezTo>
                  <a:pt x="1995750" y="4645736"/>
                  <a:pt x="1997090" y="4644644"/>
                  <a:pt x="1997785" y="4643156"/>
                </a:cubicBezTo>
                <a:cubicBezTo>
                  <a:pt x="1998479" y="4641668"/>
                  <a:pt x="1998925" y="4639733"/>
                  <a:pt x="1999124" y="4637352"/>
                </a:cubicBezTo>
                <a:lnTo>
                  <a:pt x="2017578" y="4483761"/>
                </a:lnTo>
                <a:cubicBezTo>
                  <a:pt x="2017975" y="4478205"/>
                  <a:pt x="2018521" y="4472252"/>
                  <a:pt x="2019216" y="4465902"/>
                </a:cubicBezTo>
                <a:cubicBezTo>
                  <a:pt x="2019910" y="4459552"/>
                  <a:pt x="2020605" y="4453103"/>
                  <a:pt x="2021299" y="4446554"/>
                </a:cubicBezTo>
                <a:cubicBezTo>
                  <a:pt x="2021994" y="4440006"/>
                  <a:pt x="2022639" y="4433457"/>
                  <a:pt x="2023234" y="4426909"/>
                </a:cubicBezTo>
                <a:cubicBezTo>
                  <a:pt x="2023830" y="4420360"/>
                  <a:pt x="2024425" y="4414209"/>
                  <a:pt x="2025020" y="4408454"/>
                </a:cubicBezTo>
                <a:lnTo>
                  <a:pt x="2025318" y="4401608"/>
                </a:lnTo>
                <a:cubicBezTo>
                  <a:pt x="2026707" y="4407363"/>
                  <a:pt x="2028394" y="4413514"/>
                  <a:pt x="2030378" y="4420063"/>
                </a:cubicBezTo>
                <a:cubicBezTo>
                  <a:pt x="2032362" y="4426611"/>
                  <a:pt x="2034396" y="4433209"/>
                  <a:pt x="2036480" y="4439857"/>
                </a:cubicBezTo>
                <a:cubicBezTo>
                  <a:pt x="2038563" y="4446505"/>
                  <a:pt x="2040647" y="4453003"/>
                  <a:pt x="2042731" y="4459353"/>
                </a:cubicBezTo>
                <a:cubicBezTo>
                  <a:pt x="2044814" y="4465703"/>
                  <a:pt x="2046848" y="4471657"/>
                  <a:pt x="2048832" y="4477213"/>
                </a:cubicBezTo>
                <a:lnTo>
                  <a:pt x="2103006" y="4636161"/>
                </a:lnTo>
                <a:cubicBezTo>
                  <a:pt x="2103800" y="4638542"/>
                  <a:pt x="2104792" y="4640527"/>
                  <a:pt x="2105983" y="4642114"/>
                </a:cubicBezTo>
                <a:cubicBezTo>
                  <a:pt x="2107173" y="4643702"/>
                  <a:pt x="2108711" y="4644942"/>
                  <a:pt x="2110596" y="4645835"/>
                </a:cubicBezTo>
                <a:cubicBezTo>
                  <a:pt x="2112482" y="4646728"/>
                  <a:pt x="2114813" y="4647373"/>
                  <a:pt x="2117591" y="4647770"/>
                </a:cubicBezTo>
                <a:cubicBezTo>
                  <a:pt x="2120369" y="4648167"/>
                  <a:pt x="2123842" y="4648365"/>
                  <a:pt x="2128009" y="4648365"/>
                </a:cubicBezTo>
                <a:cubicBezTo>
                  <a:pt x="2132176" y="4648365"/>
                  <a:pt x="2135699" y="4648167"/>
                  <a:pt x="2138576" y="4647770"/>
                </a:cubicBezTo>
                <a:cubicBezTo>
                  <a:pt x="2141453" y="4647373"/>
                  <a:pt x="2143834" y="4646678"/>
                  <a:pt x="2145719" y="4645686"/>
                </a:cubicBezTo>
                <a:cubicBezTo>
                  <a:pt x="2147605" y="4644694"/>
                  <a:pt x="2149093" y="4643404"/>
                  <a:pt x="2150184" y="4641817"/>
                </a:cubicBezTo>
                <a:cubicBezTo>
                  <a:pt x="2151276" y="4640229"/>
                  <a:pt x="2152218" y="4638245"/>
                  <a:pt x="2153012" y="4635864"/>
                </a:cubicBezTo>
                <a:lnTo>
                  <a:pt x="2209269" y="4477213"/>
                </a:lnTo>
                <a:cubicBezTo>
                  <a:pt x="2211055" y="4471458"/>
                  <a:pt x="2212990" y="4465307"/>
                  <a:pt x="2215073" y="4458758"/>
                </a:cubicBezTo>
                <a:cubicBezTo>
                  <a:pt x="2217157" y="4452210"/>
                  <a:pt x="2219340" y="4445661"/>
                  <a:pt x="2221622" y="4439113"/>
                </a:cubicBezTo>
                <a:cubicBezTo>
                  <a:pt x="2223904" y="4432564"/>
                  <a:pt x="2226037" y="4426115"/>
                  <a:pt x="2228022" y="4419765"/>
                </a:cubicBezTo>
                <a:cubicBezTo>
                  <a:pt x="2230006" y="4413415"/>
                  <a:pt x="2231891" y="4407363"/>
                  <a:pt x="2233677" y="4401608"/>
                </a:cubicBezTo>
                <a:lnTo>
                  <a:pt x="2233974" y="4408454"/>
                </a:lnTo>
                <a:cubicBezTo>
                  <a:pt x="2234570" y="4414209"/>
                  <a:pt x="2235116" y="4420360"/>
                  <a:pt x="2235612" y="4426909"/>
                </a:cubicBezTo>
                <a:cubicBezTo>
                  <a:pt x="2236108" y="4433457"/>
                  <a:pt x="2236654" y="4440006"/>
                  <a:pt x="2237249" y="4446554"/>
                </a:cubicBezTo>
                <a:cubicBezTo>
                  <a:pt x="2237844" y="4453103"/>
                  <a:pt x="2238439" y="4459552"/>
                  <a:pt x="2239035" y="4465902"/>
                </a:cubicBezTo>
                <a:cubicBezTo>
                  <a:pt x="2239630" y="4472252"/>
                  <a:pt x="2240225" y="4478205"/>
                  <a:pt x="2240821" y="4483761"/>
                </a:cubicBezTo>
                <a:lnTo>
                  <a:pt x="2260168" y="4640031"/>
                </a:lnTo>
                <a:cubicBezTo>
                  <a:pt x="2260367" y="4641817"/>
                  <a:pt x="2260813" y="4643255"/>
                  <a:pt x="2261508" y="4644347"/>
                </a:cubicBezTo>
                <a:cubicBezTo>
                  <a:pt x="2262203" y="4645438"/>
                  <a:pt x="2263443" y="4646282"/>
                  <a:pt x="2265228" y="4646877"/>
                </a:cubicBezTo>
                <a:cubicBezTo>
                  <a:pt x="2267015" y="4647472"/>
                  <a:pt x="2269495" y="4647869"/>
                  <a:pt x="2272670" y="4648067"/>
                </a:cubicBezTo>
                <a:cubicBezTo>
                  <a:pt x="2275845" y="4648266"/>
                  <a:pt x="2279913" y="4648365"/>
                  <a:pt x="2284874" y="4648365"/>
                </a:cubicBezTo>
                <a:cubicBezTo>
                  <a:pt x="2294002" y="4648365"/>
                  <a:pt x="2300055" y="4647472"/>
                  <a:pt x="2303031" y="4645686"/>
                </a:cubicBezTo>
                <a:cubicBezTo>
                  <a:pt x="2306007" y="4643900"/>
                  <a:pt x="2307396" y="4640824"/>
                  <a:pt x="2307198" y="4636459"/>
                </a:cubicBezTo>
                <a:lnTo>
                  <a:pt x="2277433" y="4382260"/>
                </a:lnTo>
                <a:cubicBezTo>
                  <a:pt x="2276837" y="4375712"/>
                  <a:pt x="2274704" y="4370950"/>
                  <a:pt x="2271033" y="4367973"/>
                </a:cubicBezTo>
                <a:cubicBezTo>
                  <a:pt x="2267362" y="4364996"/>
                  <a:pt x="2261954" y="4363508"/>
                  <a:pt x="2254811" y="4363508"/>
                </a:cubicBezTo>
                <a:lnTo>
                  <a:pt x="2231593" y="4363508"/>
                </a:lnTo>
                <a:cubicBezTo>
                  <a:pt x="2226037" y="4363508"/>
                  <a:pt x="2221324" y="4364054"/>
                  <a:pt x="2217455" y="4365145"/>
                </a:cubicBezTo>
                <a:cubicBezTo>
                  <a:pt x="2213585" y="4366237"/>
                  <a:pt x="2210261" y="4367923"/>
                  <a:pt x="2207483" y="4370205"/>
                </a:cubicBezTo>
                <a:cubicBezTo>
                  <a:pt x="2204705" y="4372487"/>
                  <a:pt x="2202373" y="4375464"/>
                  <a:pt x="2200488" y="4379135"/>
                </a:cubicBezTo>
                <a:cubicBezTo>
                  <a:pt x="2198603" y="4382806"/>
                  <a:pt x="2196867" y="4387122"/>
                  <a:pt x="2195279" y="4392083"/>
                </a:cubicBezTo>
                <a:lnTo>
                  <a:pt x="2155691" y="4505490"/>
                </a:lnTo>
                <a:cubicBezTo>
                  <a:pt x="2153508" y="4511840"/>
                  <a:pt x="2151276" y="4518488"/>
                  <a:pt x="2148994" y="4525433"/>
                </a:cubicBezTo>
                <a:cubicBezTo>
                  <a:pt x="2146712" y="4532378"/>
                  <a:pt x="2144479" y="4539373"/>
                  <a:pt x="2142296" y="4546418"/>
                </a:cubicBezTo>
                <a:cubicBezTo>
                  <a:pt x="2140114" y="4553462"/>
                  <a:pt x="2138080" y="4560408"/>
                  <a:pt x="2136195" y="4567254"/>
                </a:cubicBezTo>
                <a:cubicBezTo>
                  <a:pt x="2134309" y="4574100"/>
                  <a:pt x="2132474" y="4580599"/>
                  <a:pt x="2130688" y="4586750"/>
                </a:cubicBezTo>
                <a:lnTo>
                  <a:pt x="2130093" y="4586750"/>
                </a:lnTo>
                <a:cubicBezTo>
                  <a:pt x="2128505" y="4580797"/>
                  <a:pt x="2126769" y="4574546"/>
                  <a:pt x="2124884" y="4567998"/>
                </a:cubicBezTo>
                <a:cubicBezTo>
                  <a:pt x="2122998" y="4561450"/>
                  <a:pt x="2121014" y="4554752"/>
                  <a:pt x="2118931" y="4547906"/>
                </a:cubicBezTo>
                <a:cubicBezTo>
                  <a:pt x="2116847" y="4541060"/>
                  <a:pt x="2114614" y="4534115"/>
                  <a:pt x="2112233" y="4527070"/>
                </a:cubicBezTo>
                <a:cubicBezTo>
                  <a:pt x="2109852" y="4520026"/>
                  <a:pt x="2107570" y="4513031"/>
                  <a:pt x="2105387" y="4506085"/>
                </a:cubicBezTo>
                <a:lnTo>
                  <a:pt x="2065799" y="4392083"/>
                </a:lnTo>
                <a:cubicBezTo>
                  <a:pt x="2064013" y="4386527"/>
                  <a:pt x="2062128" y="4381913"/>
                  <a:pt x="2060143" y="4378242"/>
                </a:cubicBezTo>
                <a:cubicBezTo>
                  <a:pt x="2058159" y="4374571"/>
                  <a:pt x="2055728" y="4371644"/>
                  <a:pt x="2052851" y="4369461"/>
                </a:cubicBezTo>
                <a:cubicBezTo>
                  <a:pt x="2049974" y="4367278"/>
                  <a:pt x="2046501" y="4365741"/>
                  <a:pt x="2042433" y="4364848"/>
                </a:cubicBezTo>
                <a:cubicBezTo>
                  <a:pt x="2038365" y="4363955"/>
                  <a:pt x="2033454" y="4363508"/>
                  <a:pt x="2027699" y="4363508"/>
                </a:cubicBezTo>
                <a:close/>
                <a:moveTo>
                  <a:pt x="2367473" y="4362020"/>
                </a:moveTo>
                <a:cubicBezTo>
                  <a:pt x="2361521" y="4362020"/>
                  <a:pt x="2356758" y="4362268"/>
                  <a:pt x="2353186" y="4362764"/>
                </a:cubicBezTo>
                <a:cubicBezTo>
                  <a:pt x="2349614" y="4363260"/>
                  <a:pt x="2347034" y="4364203"/>
                  <a:pt x="2345447" y="4365592"/>
                </a:cubicBezTo>
                <a:cubicBezTo>
                  <a:pt x="2343859" y="4366981"/>
                  <a:pt x="2343066" y="4368866"/>
                  <a:pt x="2343066" y="4371247"/>
                </a:cubicBezTo>
                <a:cubicBezTo>
                  <a:pt x="2343066" y="4373628"/>
                  <a:pt x="2343859" y="4376903"/>
                  <a:pt x="2345447" y="4381070"/>
                </a:cubicBezTo>
                <a:lnTo>
                  <a:pt x="2440994" y="4637054"/>
                </a:lnTo>
                <a:cubicBezTo>
                  <a:pt x="2441590" y="4639039"/>
                  <a:pt x="2442681" y="4640924"/>
                  <a:pt x="2444269" y="4642710"/>
                </a:cubicBezTo>
                <a:cubicBezTo>
                  <a:pt x="2445856" y="4644496"/>
                  <a:pt x="2447543" y="4645785"/>
                  <a:pt x="2449329" y="4646579"/>
                </a:cubicBezTo>
                <a:lnTo>
                  <a:pt x="2412420" y="4739746"/>
                </a:lnTo>
                <a:cubicBezTo>
                  <a:pt x="2411229" y="4742524"/>
                  <a:pt x="2410733" y="4744905"/>
                  <a:pt x="2410931" y="4746889"/>
                </a:cubicBezTo>
                <a:cubicBezTo>
                  <a:pt x="2411130" y="4748874"/>
                  <a:pt x="2412072" y="4750461"/>
                  <a:pt x="2413759" y="4751652"/>
                </a:cubicBezTo>
                <a:cubicBezTo>
                  <a:pt x="2415446" y="4752842"/>
                  <a:pt x="2417877" y="4753686"/>
                  <a:pt x="2421052" y="4754182"/>
                </a:cubicBezTo>
                <a:cubicBezTo>
                  <a:pt x="2424227" y="4754678"/>
                  <a:pt x="2428394" y="4754926"/>
                  <a:pt x="2433553" y="4754926"/>
                </a:cubicBezTo>
                <a:cubicBezTo>
                  <a:pt x="2443475" y="4754926"/>
                  <a:pt x="2450867" y="4754083"/>
                  <a:pt x="2455728" y="4752396"/>
                </a:cubicBezTo>
                <a:cubicBezTo>
                  <a:pt x="2460590" y="4750709"/>
                  <a:pt x="2463616" y="4748278"/>
                  <a:pt x="2464807" y="4745103"/>
                </a:cubicBezTo>
                <a:lnTo>
                  <a:pt x="2500526" y="4646579"/>
                </a:lnTo>
                <a:lnTo>
                  <a:pt x="2596669" y="4380177"/>
                </a:lnTo>
                <a:cubicBezTo>
                  <a:pt x="2597859" y="4376605"/>
                  <a:pt x="2598455" y="4373628"/>
                  <a:pt x="2598455" y="4371247"/>
                </a:cubicBezTo>
                <a:cubicBezTo>
                  <a:pt x="2598455" y="4368866"/>
                  <a:pt x="2597612" y="4366981"/>
                  <a:pt x="2595925" y="4365592"/>
                </a:cubicBezTo>
                <a:cubicBezTo>
                  <a:pt x="2594238" y="4364203"/>
                  <a:pt x="2591609" y="4363260"/>
                  <a:pt x="2588037" y="4362764"/>
                </a:cubicBezTo>
                <a:cubicBezTo>
                  <a:pt x="2584465" y="4362268"/>
                  <a:pt x="2579900" y="4362020"/>
                  <a:pt x="2574345" y="4362020"/>
                </a:cubicBezTo>
                <a:cubicBezTo>
                  <a:pt x="2567995" y="4362020"/>
                  <a:pt x="2563133" y="4362268"/>
                  <a:pt x="2559759" y="4362764"/>
                </a:cubicBezTo>
                <a:cubicBezTo>
                  <a:pt x="2556386" y="4363260"/>
                  <a:pt x="2553856" y="4364054"/>
                  <a:pt x="2552169" y="4365145"/>
                </a:cubicBezTo>
                <a:cubicBezTo>
                  <a:pt x="2550482" y="4366237"/>
                  <a:pt x="2549044" y="4368667"/>
                  <a:pt x="2547853" y="4372438"/>
                </a:cubicBezTo>
                <a:lnTo>
                  <a:pt x="2474034" y="4588536"/>
                </a:lnTo>
                <a:lnTo>
                  <a:pt x="2473142" y="4588536"/>
                </a:lnTo>
                <a:lnTo>
                  <a:pt x="2396644" y="4373628"/>
                </a:lnTo>
                <a:cubicBezTo>
                  <a:pt x="2395651" y="4371049"/>
                  <a:pt x="2394709" y="4369015"/>
                  <a:pt x="2393816" y="4367526"/>
                </a:cubicBezTo>
                <a:cubicBezTo>
                  <a:pt x="2392923" y="4366038"/>
                  <a:pt x="2391484" y="4364897"/>
                  <a:pt x="2389500" y="4364103"/>
                </a:cubicBezTo>
                <a:cubicBezTo>
                  <a:pt x="2387516" y="4363310"/>
                  <a:pt x="2384837" y="4362764"/>
                  <a:pt x="2381463" y="4362466"/>
                </a:cubicBezTo>
                <a:cubicBezTo>
                  <a:pt x="2378090" y="4362169"/>
                  <a:pt x="2373427" y="4362020"/>
                  <a:pt x="2367473" y="4362020"/>
                </a:cubicBezTo>
                <a:close/>
                <a:moveTo>
                  <a:pt x="4874632" y="4359341"/>
                </a:moveTo>
                <a:cubicBezTo>
                  <a:pt x="4867885" y="4359341"/>
                  <a:pt x="4861237" y="4359440"/>
                  <a:pt x="4854689" y="4359639"/>
                </a:cubicBezTo>
                <a:cubicBezTo>
                  <a:pt x="4848141" y="4359837"/>
                  <a:pt x="4841791" y="4360085"/>
                  <a:pt x="4835639" y="4360383"/>
                </a:cubicBezTo>
                <a:cubicBezTo>
                  <a:pt x="4829487" y="4360680"/>
                  <a:pt x="4823485" y="4361028"/>
                  <a:pt x="4817631" y="4361425"/>
                </a:cubicBezTo>
                <a:cubicBezTo>
                  <a:pt x="4811777" y="4361821"/>
                  <a:pt x="4806270" y="4362317"/>
                  <a:pt x="4801111" y="4362913"/>
                </a:cubicBezTo>
                <a:cubicBezTo>
                  <a:pt x="4793570" y="4363707"/>
                  <a:pt x="4787964" y="4366286"/>
                  <a:pt x="4784293" y="4370652"/>
                </a:cubicBezTo>
                <a:cubicBezTo>
                  <a:pt x="4780622" y="4375017"/>
                  <a:pt x="4778787" y="4381268"/>
                  <a:pt x="4778787" y="4389404"/>
                </a:cubicBezTo>
                <a:lnTo>
                  <a:pt x="4778787" y="4620088"/>
                </a:lnTo>
                <a:cubicBezTo>
                  <a:pt x="4778787" y="4628422"/>
                  <a:pt x="4780672" y="4634723"/>
                  <a:pt x="4784442" y="4638989"/>
                </a:cubicBezTo>
                <a:cubicBezTo>
                  <a:pt x="4788213" y="4643255"/>
                  <a:pt x="4794066" y="4645885"/>
                  <a:pt x="4802004" y="4646877"/>
                </a:cubicBezTo>
                <a:cubicBezTo>
                  <a:pt x="4807560" y="4647472"/>
                  <a:pt x="4813166" y="4647968"/>
                  <a:pt x="4818821" y="4648365"/>
                </a:cubicBezTo>
                <a:cubicBezTo>
                  <a:pt x="4824477" y="4648762"/>
                  <a:pt x="4830182" y="4649109"/>
                  <a:pt x="4835937" y="4649407"/>
                </a:cubicBezTo>
                <a:cubicBezTo>
                  <a:pt x="4841691" y="4649705"/>
                  <a:pt x="4847644" y="4649903"/>
                  <a:pt x="4853796" y="4650002"/>
                </a:cubicBezTo>
                <a:cubicBezTo>
                  <a:pt x="4859948" y="4650101"/>
                  <a:pt x="4866298" y="4650151"/>
                  <a:pt x="4872846" y="4650151"/>
                </a:cubicBezTo>
                <a:cubicBezTo>
                  <a:pt x="4893682" y="4650151"/>
                  <a:pt x="4911938" y="4648216"/>
                  <a:pt x="4927615" y="4644347"/>
                </a:cubicBezTo>
                <a:cubicBezTo>
                  <a:pt x="4943291" y="4640477"/>
                  <a:pt x="4956388" y="4634822"/>
                  <a:pt x="4966905" y="4627380"/>
                </a:cubicBezTo>
                <a:cubicBezTo>
                  <a:pt x="4977423" y="4619939"/>
                  <a:pt x="4985360" y="4610712"/>
                  <a:pt x="4990718" y="4599698"/>
                </a:cubicBezTo>
                <a:cubicBezTo>
                  <a:pt x="4996076" y="4588685"/>
                  <a:pt x="4998755" y="4576134"/>
                  <a:pt x="4998755" y="4562045"/>
                </a:cubicBezTo>
                <a:cubicBezTo>
                  <a:pt x="4998755" y="4543987"/>
                  <a:pt x="4993794" y="4529005"/>
                  <a:pt x="4983872" y="4517099"/>
                </a:cubicBezTo>
                <a:cubicBezTo>
                  <a:pt x="4973950" y="4505192"/>
                  <a:pt x="4959166" y="4497156"/>
                  <a:pt x="4939521" y="4492989"/>
                </a:cubicBezTo>
                <a:cubicBezTo>
                  <a:pt x="4955198" y="4488424"/>
                  <a:pt x="4967054" y="4480785"/>
                  <a:pt x="4975091" y="4470069"/>
                </a:cubicBezTo>
                <a:cubicBezTo>
                  <a:pt x="4983128" y="4459353"/>
                  <a:pt x="4987146" y="4446455"/>
                  <a:pt x="4987146" y="4431374"/>
                </a:cubicBezTo>
                <a:cubicBezTo>
                  <a:pt x="4987146" y="4419864"/>
                  <a:pt x="4984914" y="4409645"/>
                  <a:pt x="4980449" y="4400715"/>
                </a:cubicBezTo>
                <a:cubicBezTo>
                  <a:pt x="4975984" y="4391785"/>
                  <a:pt x="4969088" y="4384245"/>
                  <a:pt x="4959762" y="4378093"/>
                </a:cubicBezTo>
                <a:cubicBezTo>
                  <a:pt x="4950435" y="4371942"/>
                  <a:pt x="4938727" y="4367278"/>
                  <a:pt x="4924638" y="4364103"/>
                </a:cubicBezTo>
                <a:cubicBezTo>
                  <a:pt x="4910549" y="4360928"/>
                  <a:pt x="4893881" y="4359341"/>
                  <a:pt x="4874632" y="4359341"/>
                </a:cubicBezTo>
                <a:close/>
                <a:moveTo>
                  <a:pt x="1207507" y="4359341"/>
                </a:moveTo>
                <a:cubicBezTo>
                  <a:pt x="1200760" y="4359341"/>
                  <a:pt x="1194112" y="4359440"/>
                  <a:pt x="1187564" y="4359639"/>
                </a:cubicBezTo>
                <a:cubicBezTo>
                  <a:pt x="1181016" y="4359837"/>
                  <a:pt x="1174666" y="4360085"/>
                  <a:pt x="1168514" y="4360383"/>
                </a:cubicBezTo>
                <a:cubicBezTo>
                  <a:pt x="1162362" y="4360680"/>
                  <a:pt x="1156360" y="4361028"/>
                  <a:pt x="1150506" y="4361425"/>
                </a:cubicBezTo>
                <a:cubicBezTo>
                  <a:pt x="1144652" y="4361821"/>
                  <a:pt x="1139145" y="4362317"/>
                  <a:pt x="1133986" y="4362913"/>
                </a:cubicBezTo>
                <a:cubicBezTo>
                  <a:pt x="1126445" y="4363707"/>
                  <a:pt x="1120840" y="4366286"/>
                  <a:pt x="1117168" y="4370652"/>
                </a:cubicBezTo>
                <a:cubicBezTo>
                  <a:pt x="1113497" y="4375017"/>
                  <a:pt x="1111662" y="4381268"/>
                  <a:pt x="1111662" y="4389404"/>
                </a:cubicBezTo>
                <a:lnTo>
                  <a:pt x="1111662" y="4620088"/>
                </a:lnTo>
                <a:cubicBezTo>
                  <a:pt x="1111662" y="4628422"/>
                  <a:pt x="1113547" y="4634723"/>
                  <a:pt x="1117317" y="4638989"/>
                </a:cubicBezTo>
                <a:cubicBezTo>
                  <a:pt x="1121088" y="4643255"/>
                  <a:pt x="1126941" y="4645885"/>
                  <a:pt x="1134879" y="4646877"/>
                </a:cubicBezTo>
                <a:cubicBezTo>
                  <a:pt x="1140435" y="4647472"/>
                  <a:pt x="1146041" y="4647968"/>
                  <a:pt x="1151696" y="4648365"/>
                </a:cubicBezTo>
                <a:cubicBezTo>
                  <a:pt x="1157352" y="4648762"/>
                  <a:pt x="1163057" y="4649109"/>
                  <a:pt x="1168812" y="4649407"/>
                </a:cubicBezTo>
                <a:cubicBezTo>
                  <a:pt x="1174566" y="4649705"/>
                  <a:pt x="1180519" y="4649903"/>
                  <a:pt x="1186671" y="4650002"/>
                </a:cubicBezTo>
                <a:cubicBezTo>
                  <a:pt x="1192823" y="4650101"/>
                  <a:pt x="1199173" y="4650151"/>
                  <a:pt x="1205721" y="4650151"/>
                </a:cubicBezTo>
                <a:cubicBezTo>
                  <a:pt x="1226557" y="4650151"/>
                  <a:pt x="1244813" y="4648216"/>
                  <a:pt x="1260490" y="4644347"/>
                </a:cubicBezTo>
                <a:cubicBezTo>
                  <a:pt x="1276166" y="4640477"/>
                  <a:pt x="1289263" y="4634822"/>
                  <a:pt x="1299781" y="4627380"/>
                </a:cubicBezTo>
                <a:cubicBezTo>
                  <a:pt x="1310298" y="4619939"/>
                  <a:pt x="1318235" y="4610712"/>
                  <a:pt x="1323593" y="4599698"/>
                </a:cubicBezTo>
                <a:cubicBezTo>
                  <a:pt x="1328951" y="4588685"/>
                  <a:pt x="1331630" y="4576134"/>
                  <a:pt x="1331630" y="4562045"/>
                </a:cubicBezTo>
                <a:cubicBezTo>
                  <a:pt x="1331630" y="4543987"/>
                  <a:pt x="1326669" y="4529005"/>
                  <a:pt x="1316747" y="4517099"/>
                </a:cubicBezTo>
                <a:cubicBezTo>
                  <a:pt x="1306825" y="4505192"/>
                  <a:pt x="1292041" y="4497156"/>
                  <a:pt x="1272396" y="4492989"/>
                </a:cubicBezTo>
                <a:cubicBezTo>
                  <a:pt x="1288073" y="4488424"/>
                  <a:pt x="1299929" y="4480785"/>
                  <a:pt x="1307966" y="4470069"/>
                </a:cubicBezTo>
                <a:cubicBezTo>
                  <a:pt x="1316003" y="4459353"/>
                  <a:pt x="1320021" y="4446455"/>
                  <a:pt x="1320021" y="4431374"/>
                </a:cubicBezTo>
                <a:cubicBezTo>
                  <a:pt x="1320021" y="4419864"/>
                  <a:pt x="1317789" y="4409645"/>
                  <a:pt x="1313324" y="4400715"/>
                </a:cubicBezTo>
                <a:cubicBezTo>
                  <a:pt x="1308859" y="4391785"/>
                  <a:pt x="1301963" y="4384245"/>
                  <a:pt x="1292637" y="4378093"/>
                </a:cubicBezTo>
                <a:cubicBezTo>
                  <a:pt x="1283310" y="4371942"/>
                  <a:pt x="1271602" y="4367278"/>
                  <a:pt x="1257513" y="4364103"/>
                </a:cubicBezTo>
                <a:cubicBezTo>
                  <a:pt x="1243424" y="4360928"/>
                  <a:pt x="1226755" y="4359341"/>
                  <a:pt x="1207507" y="4359341"/>
                </a:cubicBezTo>
                <a:close/>
                <a:moveTo>
                  <a:pt x="1513200" y="4358150"/>
                </a:moveTo>
                <a:cubicBezTo>
                  <a:pt x="1495539" y="4358150"/>
                  <a:pt x="1479119" y="4361077"/>
                  <a:pt x="1463938" y="4366931"/>
                </a:cubicBezTo>
                <a:cubicBezTo>
                  <a:pt x="1448757" y="4372785"/>
                  <a:pt x="1435561" y="4381764"/>
                  <a:pt x="1424350" y="4393869"/>
                </a:cubicBezTo>
                <a:cubicBezTo>
                  <a:pt x="1413138" y="4405974"/>
                  <a:pt x="1404308" y="4421501"/>
                  <a:pt x="1397858" y="4440452"/>
                </a:cubicBezTo>
                <a:cubicBezTo>
                  <a:pt x="1391409" y="4459403"/>
                  <a:pt x="1388184" y="4482075"/>
                  <a:pt x="1388184" y="4508467"/>
                </a:cubicBezTo>
                <a:cubicBezTo>
                  <a:pt x="1388184" y="4531684"/>
                  <a:pt x="1390814" y="4552172"/>
                  <a:pt x="1396072" y="4569933"/>
                </a:cubicBezTo>
                <a:cubicBezTo>
                  <a:pt x="1401331" y="4587693"/>
                  <a:pt x="1408971" y="4602675"/>
                  <a:pt x="1418992" y="4614879"/>
                </a:cubicBezTo>
                <a:cubicBezTo>
                  <a:pt x="1429013" y="4627083"/>
                  <a:pt x="1441465" y="4636360"/>
                  <a:pt x="1456348" y="4642710"/>
                </a:cubicBezTo>
                <a:cubicBezTo>
                  <a:pt x="1471231" y="4649060"/>
                  <a:pt x="1488296" y="4652235"/>
                  <a:pt x="1507545" y="4652235"/>
                </a:cubicBezTo>
                <a:cubicBezTo>
                  <a:pt x="1516871" y="4652235"/>
                  <a:pt x="1525900" y="4651342"/>
                  <a:pt x="1534631" y="4649556"/>
                </a:cubicBezTo>
                <a:cubicBezTo>
                  <a:pt x="1543363" y="4647770"/>
                  <a:pt x="1551449" y="4645438"/>
                  <a:pt x="1558890" y="4642561"/>
                </a:cubicBezTo>
                <a:cubicBezTo>
                  <a:pt x="1566332" y="4639683"/>
                  <a:pt x="1573029" y="4636409"/>
                  <a:pt x="1578982" y="4632738"/>
                </a:cubicBezTo>
                <a:cubicBezTo>
                  <a:pt x="1584935" y="4629067"/>
                  <a:pt x="1589152" y="4625991"/>
                  <a:pt x="1591632" y="4623511"/>
                </a:cubicBezTo>
                <a:cubicBezTo>
                  <a:pt x="1594113" y="4621030"/>
                  <a:pt x="1595701" y="4619145"/>
                  <a:pt x="1596395" y="4617855"/>
                </a:cubicBezTo>
                <a:cubicBezTo>
                  <a:pt x="1597090" y="4616565"/>
                  <a:pt x="1597685" y="4615077"/>
                  <a:pt x="1598181" y="4613391"/>
                </a:cubicBezTo>
                <a:cubicBezTo>
                  <a:pt x="1598677" y="4611704"/>
                  <a:pt x="1599024" y="4609620"/>
                  <a:pt x="1599223" y="4607140"/>
                </a:cubicBezTo>
                <a:cubicBezTo>
                  <a:pt x="1599421" y="4604659"/>
                  <a:pt x="1599520" y="4601732"/>
                  <a:pt x="1599520" y="4598359"/>
                </a:cubicBezTo>
                <a:cubicBezTo>
                  <a:pt x="1599520" y="4594390"/>
                  <a:pt x="1599372" y="4590967"/>
                  <a:pt x="1599074" y="4588090"/>
                </a:cubicBezTo>
                <a:cubicBezTo>
                  <a:pt x="1598776" y="4585212"/>
                  <a:pt x="1598280" y="4582831"/>
                  <a:pt x="1597586" y="4580946"/>
                </a:cubicBezTo>
                <a:cubicBezTo>
                  <a:pt x="1596891" y="4579061"/>
                  <a:pt x="1596048" y="4577721"/>
                  <a:pt x="1595056" y="4576928"/>
                </a:cubicBezTo>
                <a:cubicBezTo>
                  <a:pt x="1594063" y="4576134"/>
                  <a:pt x="1592873" y="4575737"/>
                  <a:pt x="1591484" y="4575737"/>
                </a:cubicBezTo>
                <a:cubicBezTo>
                  <a:pt x="1589102" y="4575737"/>
                  <a:pt x="1585779" y="4577473"/>
                  <a:pt x="1581512" y="4580946"/>
                </a:cubicBezTo>
                <a:cubicBezTo>
                  <a:pt x="1577246" y="4584419"/>
                  <a:pt x="1571987" y="4588288"/>
                  <a:pt x="1565736" y="4592555"/>
                </a:cubicBezTo>
                <a:cubicBezTo>
                  <a:pt x="1559486" y="4596821"/>
                  <a:pt x="1552094" y="4600740"/>
                  <a:pt x="1543561" y="4604312"/>
                </a:cubicBezTo>
                <a:cubicBezTo>
                  <a:pt x="1535028" y="4607884"/>
                  <a:pt x="1525106" y="4609670"/>
                  <a:pt x="1513795" y="4609670"/>
                </a:cubicBezTo>
                <a:cubicBezTo>
                  <a:pt x="1501889" y="4609670"/>
                  <a:pt x="1491322" y="4607537"/>
                  <a:pt x="1482095" y="4603270"/>
                </a:cubicBezTo>
                <a:cubicBezTo>
                  <a:pt x="1472868" y="4599004"/>
                  <a:pt x="1465079" y="4592505"/>
                  <a:pt x="1458729" y="4583774"/>
                </a:cubicBezTo>
                <a:cubicBezTo>
                  <a:pt x="1452379" y="4575042"/>
                  <a:pt x="1447567" y="4564178"/>
                  <a:pt x="1444293" y="4551180"/>
                </a:cubicBezTo>
                <a:cubicBezTo>
                  <a:pt x="1441018" y="4538183"/>
                  <a:pt x="1439381" y="4523052"/>
                  <a:pt x="1439381" y="4505788"/>
                </a:cubicBezTo>
                <a:cubicBezTo>
                  <a:pt x="1439381" y="4471260"/>
                  <a:pt x="1445682" y="4444917"/>
                  <a:pt x="1458283" y="4426760"/>
                </a:cubicBezTo>
                <a:cubicBezTo>
                  <a:pt x="1470883" y="4408603"/>
                  <a:pt x="1488991" y="4399525"/>
                  <a:pt x="1512605" y="4399525"/>
                </a:cubicBezTo>
                <a:cubicBezTo>
                  <a:pt x="1524114" y="4399525"/>
                  <a:pt x="1534086" y="4401162"/>
                  <a:pt x="1542519" y="4404436"/>
                </a:cubicBezTo>
                <a:cubicBezTo>
                  <a:pt x="1550953" y="4407710"/>
                  <a:pt x="1558146" y="4411332"/>
                  <a:pt x="1564099" y="4415300"/>
                </a:cubicBezTo>
                <a:cubicBezTo>
                  <a:pt x="1570052" y="4419269"/>
                  <a:pt x="1574964" y="4422891"/>
                  <a:pt x="1578833" y="4426165"/>
                </a:cubicBezTo>
                <a:cubicBezTo>
                  <a:pt x="1582703" y="4429439"/>
                  <a:pt x="1586126" y="4431076"/>
                  <a:pt x="1589102" y="4431076"/>
                </a:cubicBezTo>
                <a:cubicBezTo>
                  <a:pt x="1591682" y="4431076"/>
                  <a:pt x="1593865" y="4429538"/>
                  <a:pt x="1595651" y="4426462"/>
                </a:cubicBezTo>
                <a:cubicBezTo>
                  <a:pt x="1597437" y="4423387"/>
                  <a:pt x="1598330" y="4417979"/>
                  <a:pt x="1598330" y="4410240"/>
                </a:cubicBezTo>
                <a:cubicBezTo>
                  <a:pt x="1598330" y="4406668"/>
                  <a:pt x="1598231" y="4403692"/>
                  <a:pt x="1598032" y="4401310"/>
                </a:cubicBezTo>
                <a:cubicBezTo>
                  <a:pt x="1597834" y="4398929"/>
                  <a:pt x="1597437" y="4396796"/>
                  <a:pt x="1596842" y="4394911"/>
                </a:cubicBezTo>
                <a:cubicBezTo>
                  <a:pt x="1596246" y="4393026"/>
                  <a:pt x="1595502" y="4391389"/>
                  <a:pt x="1594609" y="4390000"/>
                </a:cubicBezTo>
                <a:cubicBezTo>
                  <a:pt x="1593716" y="4388610"/>
                  <a:pt x="1592079" y="4386725"/>
                  <a:pt x="1589698" y="4384344"/>
                </a:cubicBezTo>
                <a:cubicBezTo>
                  <a:pt x="1587316" y="4381963"/>
                  <a:pt x="1583496" y="4379085"/>
                  <a:pt x="1578238" y="4375712"/>
                </a:cubicBezTo>
                <a:cubicBezTo>
                  <a:pt x="1572980" y="4372339"/>
                  <a:pt x="1566977" y="4369362"/>
                  <a:pt x="1560230" y="4366782"/>
                </a:cubicBezTo>
                <a:cubicBezTo>
                  <a:pt x="1553483" y="4364203"/>
                  <a:pt x="1546091" y="4362119"/>
                  <a:pt x="1538054" y="4360532"/>
                </a:cubicBezTo>
                <a:cubicBezTo>
                  <a:pt x="1530018" y="4358944"/>
                  <a:pt x="1521733" y="4358150"/>
                  <a:pt x="1513200" y="4358150"/>
                </a:cubicBezTo>
                <a:close/>
                <a:moveTo>
                  <a:pt x="5191933" y="4357853"/>
                </a:moveTo>
                <a:cubicBezTo>
                  <a:pt x="5169113" y="4357853"/>
                  <a:pt x="5149170" y="4361524"/>
                  <a:pt x="5132104" y="4368866"/>
                </a:cubicBezTo>
                <a:cubicBezTo>
                  <a:pt x="5115039" y="4376208"/>
                  <a:pt x="5100801" y="4386527"/>
                  <a:pt x="5089391" y="4399822"/>
                </a:cubicBezTo>
                <a:cubicBezTo>
                  <a:pt x="5077981" y="4413117"/>
                  <a:pt x="5069448" y="4428943"/>
                  <a:pt x="5063792" y="4447298"/>
                </a:cubicBezTo>
                <a:cubicBezTo>
                  <a:pt x="5058137" y="4465654"/>
                  <a:pt x="5055309" y="4485746"/>
                  <a:pt x="5055309" y="4507574"/>
                </a:cubicBezTo>
                <a:cubicBezTo>
                  <a:pt x="5055309" y="4530196"/>
                  <a:pt x="5057988" y="4550436"/>
                  <a:pt x="5063346" y="4568296"/>
                </a:cubicBezTo>
                <a:cubicBezTo>
                  <a:pt x="5068704" y="4586155"/>
                  <a:pt x="5076840" y="4601335"/>
                  <a:pt x="5087754" y="4613837"/>
                </a:cubicBezTo>
                <a:cubicBezTo>
                  <a:pt x="5098668" y="4626339"/>
                  <a:pt x="5112310" y="4635864"/>
                  <a:pt x="5128681" y="4642412"/>
                </a:cubicBezTo>
                <a:cubicBezTo>
                  <a:pt x="5145052" y="4648960"/>
                  <a:pt x="5164251" y="4652235"/>
                  <a:pt x="5186278" y="4652235"/>
                </a:cubicBezTo>
                <a:cubicBezTo>
                  <a:pt x="5208900" y="4652235"/>
                  <a:pt x="5228793" y="4648514"/>
                  <a:pt x="5245958" y="4641073"/>
                </a:cubicBezTo>
                <a:cubicBezTo>
                  <a:pt x="5263123" y="4633631"/>
                  <a:pt x="5277410" y="4623263"/>
                  <a:pt x="5288820" y="4609967"/>
                </a:cubicBezTo>
                <a:cubicBezTo>
                  <a:pt x="5300231" y="4596672"/>
                  <a:pt x="5308813" y="4580847"/>
                  <a:pt x="5314568" y="4562491"/>
                </a:cubicBezTo>
                <a:cubicBezTo>
                  <a:pt x="5320323" y="4544136"/>
                  <a:pt x="5323200" y="4524044"/>
                  <a:pt x="5323200" y="4502216"/>
                </a:cubicBezTo>
                <a:cubicBezTo>
                  <a:pt x="5323200" y="4479793"/>
                  <a:pt x="5320471" y="4459651"/>
                  <a:pt x="5315014" y="4441792"/>
                </a:cubicBezTo>
                <a:cubicBezTo>
                  <a:pt x="5309557" y="4423932"/>
                  <a:pt x="5301371" y="4408752"/>
                  <a:pt x="5290458" y="4396250"/>
                </a:cubicBezTo>
                <a:cubicBezTo>
                  <a:pt x="5279544" y="4383749"/>
                  <a:pt x="5265901" y="4374224"/>
                  <a:pt x="5249530" y="4367675"/>
                </a:cubicBezTo>
                <a:cubicBezTo>
                  <a:pt x="5233159" y="4361127"/>
                  <a:pt x="5213960" y="4357853"/>
                  <a:pt x="5191933" y="4357853"/>
                </a:cubicBezTo>
                <a:close/>
                <a:moveTo>
                  <a:pt x="4572809" y="4357853"/>
                </a:moveTo>
                <a:cubicBezTo>
                  <a:pt x="4549988" y="4357853"/>
                  <a:pt x="4530045" y="4361524"/>
                  <a:pt x="4512980" y="4368866"/>
                </a:cubicBezTo>
                <a:cubicBezTo>
                  <a:pt x="4495914" y="4376208"/>
                  <a:pt x="4481676" y="4386527"/>
                  <a:pt x="4470266" y="4399822"/>
                </a:cubicBezTo>
                <a:cubicBezTo>
                  <a:pt x="4458856" y="4413117"/>
                  <a:pt x="4450323" y="4428943"/>
                  <a:pt x="4444668" y="4447298"/>
                </a:cubicBezTo>
                <a:cubicBezTo>
                  <a:pt x="4439012" y="4465654"/>
                  <a:pt x="4436184" y="4485746"/>
                  <a:pt x="4436184" y="4507574"/>
                </a:cubicBezTo>
                <a:cubicBezTo>
                  <a:pt x="4436184" y="4530196"/>
                  <a:pt x="4438863" y="4550436"/>
                  <a:pt x="4444221" y="4568296"/>
                </a:cubicBezTo>
                <a:cubicBezTo>
                  <a:pt x="4449579" y="4586155"/>
                  <a:pt x="4457715" y="4601335"/>
                  <a:pt x="4468629" y="4613837"/>
                </a:cubicBezTo>
                <a:cubicBezTo>
                  <a:pt x="4479543" y="4626339"/>
                  <a:pt x="4493186" y="4635864"/>
                  <a:pt x="4509557" y="4642412"/>
                </a:cubicBezTo>
                <a:cubicBezTo>
                  <a:pt x="4525928" y="4648960"/>
                  <a:pt x="4545127" y="4652235"/>
                  <a:pt x="4567153" y="4652235"/>
                </a:cubicBezTo>
                <a:cubicBezTo>
                  <a:pt x="4589775" y="4652235"/>
                  <a:pt x="4609668" y="4648514"/>
                  <a:pt x="4626833" y="4641073"/>
                </a:cubicBezTo>
                <a:cubicBezTo>
                  <a:pt x="4643998" y="4633631"/>
                  <a:pt x="4658286" y="4623263"/>
                  <a:pt x="4669696" y="4609967"/>
                </a:cubicBezTo>
                <a:cubicBezTo>
                  <a:pt x="4681106" y="4596672"/>
                  <a:pt x="4689688" y="4580847"/>
                  <a:pt x="4695443" y="4562491"/>
                </a:cubicBezTo>
                <a:cubicBezTo>
                  <a:pt x="4701198" y="4544136"/>
                  <a:pt x="4704075" y="4524044"/>
                  <a:pt x="4704075" y="4502216"/>
                </a:cubicBezTo>
                <a:cubicBezTo>
                  <a:pt x="4704075" y="4479793"/>
                  <a:pt x="4701346" y="4459651"/>
                  <a:pt x="4695889" y="4441792"/>
                </a:cubicBezTo>
                <a:cubicBezTo>
                  <a:pt x="4690433" y="4423932"/>
                  <a:pt x="4682247" y="4408752"/>
                  <a:pt x="4671333" y="4396250"/>
                </a:cubicBezTo>
                <a:cubicBezTo>
                  <a:pt x="4660419" y="4383749"/>
                  <a:pt x="4646776" y="4374224"/>
                  <a:pt x="4630405" y="4367675"/>
                </a:cubicBezTo>
                <a:cubicBezTo>
                  <a:pt x="4614034" y="4361127"/>
                  <a:pt x="4594835" y="4357853"/>
                  <a:pt x="4572809" y="4357853"/>
                </a:cubicBezTo>
                <a:close/>
                <a:moveTo>
                  <a:pt x="4269497" y="4357853"/>
                </a:moveTo>
                <a:cubicBezTo>
                  <a:pt x="4260567" y="4357853"/>
                  <a:pt x="4252084" y="4358894"/>
                  <a:pt x="4244047" y="4360978"/>
                </a:cubicBezTo>
                <a:cubicBezTo>
                  <a:pt x="4236010" y="4363062"/>
                  <a:pt x="4228172" y="4366137"/>
                  <a:pt x="4220532" y="4370205"/>
                </a:cubicBezTo>
                <a:cubicBezTo>
                  <a:pt x="4212892" y="4374273"/>
                  <a:pt x="4205302" y="4379383"/>
                  <a:pt x="4197762" y="4385535"/>
                </a:cubicBezTo>
                <a:cubicBezTo>
                  <a:pt x="4190221" y="4391686"/>
                  <a:pt x="4182383" y="4398929"/>
                  <a:pt x="4174247" y="4407264"/>
                </a:cubicBezTo>
                <a:lnTo>
                  <a:pt x="4174247" y="4371247"/>
                </a:lnTo>
                <a:cubicBezTo>
                  <a:pt x="4174247" y="4369461"/>
                  <a:pt x="4173899" y="4368023"/>
                  <a:pt x="4173205" y="4366931"/>
                </a:cubicBezTo>
                <a:cubicBezTo>
                  <a:pt x="4172511" y="4365840"/>
                  <a:pt x="4171270" y="4364897"/>
                  <a:pt x="4169484" y="4364103"/>
                </a:cubicBezTo>
                <a:cubicBezTo>
                  <a:pt x="4167698" y="4363310"/>
                  <a:pt x="4165466" y="4362764"/>
                  <a:pt x="4162787" y="4362466"/>
                </a:cubicBezTo>
                <a:cubicBezTo>
                  <a:pt x="4160108" y="4362169"/>
                  <a:pt x="4156685" y="4362020"/>
                  <a:pt x="4152518" y="4362020"/>
                </a:cubicBezTo>
                <a:cubicBezTo>
                  <a:pt x="4148549" y="4362020"/>
                  <a:pt x="4145176" y="4362169"/>
                  <a:pt x="4142398" y="4362466"/>
                </a:cubicBezTo>
                <a:cubicBezTo>
                  <a:pt x="4139620" y="4362764"/>
                  <a:pt x="4137337" y="4363310"/>
                  <a:pt x="4135552" y="4364103"/>
                </a:cubicBezTo>
                <a:cubicBezTo>
                  <a:pt x="4133766" y="4364897"/>
                  <a:pt x="4132575" y="4365840"/>
                  <a:pt x="4131980" y="4366931"/>
                </a:cubicBezTo>
                <a:cubicBezTo>
                  <a:pt x="4131384" y="4368023"/>
                  <a:pt x="4131087" y="4369461"/>
                  <a:pt x="4131087" y="4371247"/>
                </a:cubicBezTo>
                <a:lnTo>
                  <a:pt x="4131087" y="4745401"/>
                </a:lnTo>
                <a:cubicBezTo>
                  <a:pt x="4131087" y="4746988"/>
                  <a:pt x="4131434" y="4748378"/>
                  <a:pt x="4132129" y="4749568"/>
                </a:cubicBezTo>
                <a:cubicBezTo>
                  <a:pt x="4132823" y="4750759"/>
                  <a:pt x="4134113" y="4751751"/>
                  <a:pt x="4135998" y="4752545"/>
                </a:cubicBezTo>
                <a:cubicBezTo>
                  <a:pt x="4137883" y="4753339"/>
                  <a:pt x="4140413" y="4753934"/>
                  <a:pt x="4143588" y="4754331"/>
                </a:cubicBezTo>
                <a:cubicBezTo>
                  <a:pt x="4146763" y="4754728"/>
                  <a:pt x="4150732" y="4754926"/>
                  <a:pt x="4155494" y="4754926"/>
                </a:cubicBezTo>
                <a:cubicBezTo>
                  <a:pt x="4160455" y="4754926"/>
                  <a:pt x="4164523" y="4754728"/>
                  <a:pt x="4167698" y="4754331"/>
                </a:cubicBezTo>
                <a:cubicBezTo>
                  <a:pt x="4170873" y="4753934"/>
                  <a:pt x="4173354" y="4753339"/>
                  <a:pt x="4175140" y="4752545"/>
                </a:cubicBezTo>
                <a:cubicBezTo>
                  <a:pt x="4176926" y="4751751"/>
                  <a:pt x="4178215" y="4750759"/>
                  <a:pt x="4179009" y="4749568"/>
                </a:cubicBezTo>
                <a:cubicBezTo>
                  <a:pt x="4179803" y="4748378"/>
                  <a:pt x="4180200" y="4746988"/>
                  <a:pt x="4180200" y="4745401"/>
                </a:cubicBezTo>
                <a:lnTo>
                  <a:pt x="4180200" y="4611456"/>
                </a:lnTo>
                <a:cubicBezTo>
                  <a:pt x="4187344" y="4618401"/>
                  <a:pt x="4194091" y="4624453"/>
                  <a:pt x="4200440" y="4629613"/>
                </a:cubicBezTo>
                <a:cubicBezTo>
                  <a:pt x="4206790" y="4634772"/>
                  <a:pt x="4213190" y="4639039"/>
                  <a:pt x="4219639" y="4642412"/>
                </a:cubicBezTo>
                <a:cubicBezTo>
                  <a:pt x="4226089" y="4645785"/>
                  <a:pt x="4232686" y="4648266"/>
                  <a:pt x="4239433" y="4649853"/>
                </a:cubicBezTo>
                <a:cubicBezTo>
                  <a:pt x="4246180" y="4651441"/>
                  <a:pt x="4253522" y="4652235"/>
                  <a:pt x="4261460" y="4652235"/>
                </a:cubicBezTo>
                <a:cubicBezTo>
                  <a:pt x="4280113" y="4652235"/>
                  <a:pt x="4296683" y="4648712"/>
                  <a:pt x="4311169" y="4641668"/>
                </a:cubicBezTo>
                <a:cubicBezTo>
                  <a:pt x="4325655" y="4634623"/>
                  <a:pt x="4337809" y="4624602"/>
                  <a:pt x="4347632" y="4611605"/>
                </a:cubicBezTo>
                <a:cubicBezTo>
                  <a:pt x="4357454" y="4598607"/>
                  <a:pt x="4364896" y="4582782"/>
                  <a:pt x="4369956" y="4564128"/>
                </a:cubicBezTo>
                <a:cubicBezTo>
                  <a:pt x="4375016" y="4545475"/>
                  <a:pt x="4377546" y="4524441"/>
                  <a:pt x="4377546" y="4501025"/>
                </a:cubicBezTo>
                <a:cubicBezTo>
                  <a:pt x="4377546" y="4481578"/>
                  <a:pt x="4375562" y="4463173"/>
                  <a:pt x="4371593" y="4445810"/>
                </a:cubicBezTo>
                <a:cubicBezTo>
                  <a:pt x="4367624" y="4428447"/>
                  <a:pt x="4361324" y="4413217"/>
                  <a:pt x="4352692" y="4400120"/>
                </a:cubicBezTo>
                <a:cubicBezTo>
                  <a:pt x="4344060" y="4387023"/>
                  <a:pt x="4332898" y="4376704"/>
                  <a:pt x="4319205" y="4369164"/>
                </a:cubicBezTo>
                <a:cubicBezTo>
                  <a:pt x="4305513" y="4361623"/>
                  <a:pt x="4288944" y="4357853"/>
                  <a:pt x="4269497" y="4357853"/>
                </a:cubicBezTo>
                <a:close/>
                <a:moveTo>
                  <a:pt x="3937015" y="4357853"/>
                </a:moveTo>
                <a:cubicBezTo>
                  <a:pt x="3917370" y="4357853"/>
                  <a:pt x="3899609" y="4361276"/>
                  <a:pt x="3883734" y="4368122"/>
                </a:cubicBezTo>
                <a:cubicBezTo>
                  <a:pt x="3867860" y="4374968"/>
                  <a:pt x="3854316" y="4384791"/>
                  <a:pt x="3843104" y="4397590"/>
                </a:cubicBezTo>
                <a:cubicBezTo>
                  <a:pt x="3831892" y="4410389"/>
                  <a:pt x="3823310" y="4425966"/>
                  <a:pt x="3817357" y="4444322"/>
                </a:cubicBezTo>
                <a:cubicBezTo>
                  <a:pt x="3811404" y="4462677"/>
                  <a:pt x="3808427" y="4483364"/>
                  <a:pt x="3808427" y="4506383"/>
                </a:cubicBezTo>
                <a:cubicBezTo>
                  <a:pt x="3808427" y="4530592"/>
                  <a:pt x="3811305" y="4551825"/>
                  <a:pt x="3817059" y="4570082"/>
                </a:cubicBezTo>
                <a:cubicBezTo>
                  <a:pt x="3822814" y="4588338"/>
                  <a:pt x="3831347" y="4603518"/>
                  <a:pt x="3842658" y="4615623"/>
                </a:cubicBezTo>
                <a:cubicBezTo>
                  <a:pt x="3853969" y="4627728"/>
                  <a:pt x="3867909" y="4636856"/>
                  <a:pt x="3884479" y="4643007"/>
                </a:cubicBezTo>
                <a:cubicBezTo>
                  <a:pt x="3901048" y="4649159"/>
                  <a:pt x="3920346" y="4652235"/>
                  <a:pt x="3942373" y="4652235"/>
                </a:cubicBezTo>
                <a:cubicBezTo>
                  <a:pt x="3955073" y="4652235"/>
                  <a:pt x="3967029" y="4651292"/>
                  <a:pt x="3978240" y="4649407"/>
                </a:cubicBezTo>
                <a:cubicBezTo>
                  <a:pt x="3989452" y="4647522"/>
                  <a:pt x="3999324" y="4645389"/>
                  <a:pt x="4007857" y="4643007"/>
                </a:cubicBezTo>
                <a:cubicBezTo>
                  <a:pt x="4016390" y="4640626"/>
                  <a:pt x="4023335" y="4638195"/>
                  <a:pt x="4028693" y="4635715"/>
                </a:cubicBezTo>
                <a:cubicBezTo>
                  <a:pt x="4034051" y="4633234"/>
                  <a:pt x="4037275" y="4631448"/>
                  <a:pt x="4038367" y="4630357"/>
                </a:cubicBezTo>
                <a:cubicBezTo>
                  <a:pt x="4039458" y="4629265"/>
                  <a:pt x="4040351" y="4628125"/>
                  <a:pt x="4041046" y="4626934"/>
                </a:cubicBezTo>
                <a:cubicBezTo>
                  <a:pt x="4041740" y="4625743"/>
                  <a:pt x="4042236" y="4624404"/>
                  <a:pt x="4042534" y="4622916"/>
                </a:cubicBezTo>
                <a:cubicBezTo>
                  <a:pt x="4042832" y="4621427"/>
                  <a:pt x="4043079" y="4619740"/>
                  <a:pt x="4043278" y="4617855"/>
                </a:cubicBezTo>
                <a:cubicBezTo>
                  <a:pt x="4043477" y="4615970"/>
                  <a:pt x="4043576" y="4613738"/>
                  <a:pt x="4043576" y="4611158"/>
                </a:cubicBezTo>
                <a:cubicBezTo>
                  <a:pt x="4043576" y="4607586"/>
                  <a:pt x="4043426" y="4604560"/>
                  <a:pt x="4043127" y="4602080"/>
                </a:cubicBezTo>
                <a:cubicBezTo>
                  <a:pt x="4042828" y="4599599"/>
                  <a:pt x="4042379" y="4597664"/>
                  <a:pt x="4041780" y="4596275"/>
                </a:cubicBezTo>
                <a:cubicBezTo>
                  <a:pt x="4041182" y="4594886"/>
                  <a:pt x="4040335" y="4593844"/>
                  <a:pt x="4039239" y="4593150"/>
                </a:cubicBezTo>
                <a:cubicBezTo>
                  <a:pt x="4038143" y="4592455"/>
                  <a:pt x="4036897" y="4592108"/>
                  <a:pt x="4035502" y="4592108"/>
                </a:cubicBezTo>
                <a:cubicBezTo>
                  <a:pt x="4033108" y="4592108"/>
                  <a:pt x="4029568" y="4593150"/>
                  <a:pt x="4024882" y="4595234"/>
                </a:cubicBezTo>
                <a:cubicBezTo>
                  <a:pt x="4020195" y="4597317"/>
                  <a:pt x="4014212" y="4599649"/>
                  <a:pt x="4006934" y="4602228"/>
                </a:cubicBezTo>
                <a:cubicBezTo>
                  <a:pt x="3999655" y="4604808"/>
                  <a:pt x="3991031" y="4607140"/>
                  <a:pt x="3981061" y="4609223"/>
                </a:cubicBezTo>
                <a:cubicBezTo>
                  <a:pt x="3971091" y="4611307"/>
                  <a:pt x="3959725" y="4612349"/>
                  <a:pt x="3946963" y="4612349"/>
                </a:cubicBezTo>
                <a:cubicBezTo>
                  <a:pt x="3930812" y="4612349"/>
                  <a:pt x="3917153" y="4610067"/>
                  <a:pt x="3905986" y="4605503"/>
                </a:cubicBezTo>
                <a:cubicBezTo>
                  <a:pt x="3894820" y="4600939"/>
                  <a:pt x="3885747" y="4594390"/>
                  <a:pt x="3878767" y="4585857"/>
                </a:cubicBezTo>
                <a:cubicBezTo>
                  <a:pt x="3871788" y="4577324"/>
                  <a:pt x="3866803" y="4567105"/>
                  <a:pt x="3863812" y="4555199"/>
                </a:cubicBezTo>
                <a:cubicBezTo>
                  <a:pt x="3860822" y="4543292"/>
                  <a:pt x="3859326" y="4529898"/>
                  <a:pt x="3859326" y="4515015"/>
                </a:cubicBezTo>
                <a:lnTo>
                  <a:pt x="4035748" y="4515015"/>
                </a:lnTo>
                <a:cubicBezTo>
                  <a:pt x="4040734" y="4515015"/>
                  <a:pt x="4045170" y="4513378"/>
                  <a:pt x="4049057" y="4510104"/>
                </a:cubicBezTo>
                <a:cubicBezTo>
                  <a:pt x="4052943" y="4506830"/>
                  <a:pt x="4054887" y="4501323"/>
                  <a:pt x="4054887" y="4493584"/>
                </a:cubicBezTo>
                <a:lnTo>
                  <a:pt x="4054887" y="4484654"/>
                </a:lnTo>
                <a:cubicBezTo>
                  <a:pt x="4054887" y="4467192"/>
                  <a:pt x="4052654" y="4450771"/>
                  <a:pt x="4048190" y="4435392"/>
                </a:cubicBezTo>
                <a:cubicBezTo>
                  <a:pt x="4043724" y="4420013"/>
                  <a:pt x="4036730" y="4406619"/>
                  <a:pt x="4027205" y="4395209"/>
                </a:cubicBezTo>
                <a:cubicBezTo>
                  <a:pt x="4017680" y="4383798"/>
                  <a:pt x="4005526" y="4374720"/>
                  <a:pt x="3990742" y="4367973"/>
                </a:cubicBezTo>
                <a:cubicBezTo>
                  <a:pt x="3975958" y="4361226"/>
                  <a:pt x="3958049" y="4357853"/>
                  <a:pt x="3937015" y="4357853"/>
                </a:cubicBezTo>
                <a:close/>
                <a:moveTo>
                  <a:pt x="3222640" y="4357853"/>
                </a:moveTo>
                <a:cubicBezTo>
                  <a:pt x="3202995" y="4357853"/>
                  <a:pt x="3185234" y="4361276"/>
                  <a:pt x="3169359" y="4368122"/>
                </a:cubicBezTo>
                <a:cubicBezTo>
                  <a:pt x="3153484" y="4374968"/>
                  <a:pt x="3139941" y="4384791"/>
                  <a:pt x="3128729" y="4397590"/>
                </a:cubicBezTo>
                <a:cubicBezTo>
                  <a:pt x="3117517" y="4410389"/>
                  <a:pt x="3108935" y="4425966"/>
                  <a:pt x="3102982" y="4444322"/>
                </a:cubicBezTo>
                <a:cubicBezTo>
                  <a:pt x="3097029" y="4462677"/>
                  <a:pt x="3094052" y="4483364"/>
                  <a:pt x="3094052" y="4506383"/>
                </a:cubicBezTo>
                <a:cubicBezTo>
                  <a:pt x="3094052" y="4530592"/>
                  <a:pt x="3096930" y="4551825"/>
                  <a:pt x="3102684" y="4570082"/>
                </a:cubicBezTo>
                <a:cubicBezTo>
                  <a:pt x="3108439" y="4588338"/>
                  <a:pt x="3116972" y="4603518"/>
                  <a:pt x="3128283" y="4615623"/>
                </a:cubicBezTo>
                <a:cubicBezTo>
                  <a:pt x="3139594" y="4627728"/>
                  <a:pt x="3153534" y="4636856"/>
                  <a:pt x="3170103" y="4643007"/>
                </a:cubicBezTo>
                <a:cubicBezTo>
                  <a:pt x="3186673" y="4649159"/>
                  <a:pt x="3205971" y="4652235"/>
                  <a:pt x="3227998" y="4652235"/>
                </a:cubicBezTo>
                <a:cubicBezTo>
                  <a:pt x="3240698" y="4652235"/>
                  <a:pt x="3252654" y="4651292"/>
                  <a:pt x="3263865" y="4649407"/>
                </a:cubicBezTo>
                <a:cubicBezTo>
                  <a:pt x="3275077" y="4647522"/>
                  <a:pt x="3284949" y="4645389"/>
                  <a:pt x="3293482" y="4643007"/>
                </a:cubicBezTo>
                <a:cubicBezTo>
                  <a:pt x="3302015" y="4640626"/>
                  <a:pt x="3308960" y="4638195"/>
                  <a:pt x="3314318" y="4635715"/>
                </a:cubicBezTo>
                <a:cubicBezTo>
                  <a:pt x="3319676" y="4633234"/>
                  <a:pt x="3322900" y="4631448"/>
                  <a:pt x="3323992" y="4630357"/>
                </a:cubicBezTo>
                <a:cubicBezTo>
                  <a:pt x="3325083" y="4629265"/>
                  <a:pt x="3325976" y="4628125"/>
                  <a:pt x="3326671" y="4626934"/>
                </a:cubicBezTo>
                <a:cubicBezTo>
                  <a:pt x="3327365" y="4625743"/>
                  <a:pt x="3327861" y="4624404"/>
                  <a:pt x="3328159" y="4622916"/>
                </a:cubicBezTo>
                <a:cubicBezTo>
                  <a:pt x="3328457" y="4621427"/>
                  <a:pt x="3328704" y="4619740"/>
                  <a:pt x="3328903" y="4617855"/>
                </a:cubicBezTo>
                <a:cubicBezTo>
                  <a:pt x="3329102" y="4615970"/>
                  <a:pt x="3329201" y="4613738"/>
                  <a:pt x="3329201" y="4611158"/>
                </a:cubicBezTo>
                <a:cubicBezTo>
                  <a:pt x="3329201" y="4607586"/>
                  <a:pt x="3329051" y="4604560"/>
                  <a:pt x="3328752" y="4602080"/>
                </a:cubicBezTo>
                <a:cubicBezTo>
                  <a:pt x="3328453" y="4599599"/>
                  <a:pt x="3328004" y="4597664"/>
                  <a:pt x="3327406" y="4596275"/>
                </a:cubicBezTo>
                <a:cubicBezTo>
                  <a:pt x="3326807" y="4594886"/>
                  <a:pt x="3325960" y="4593844"/>
                  <a:pt x="3324864" y="4593150"/>
                </a:cubicBezTo>
                <a:cubicBezTo>
                  <a:pt x="3323768" y="4592455"/>
                  <a:pt x="3322522" y="4592108"/>
                  <a:pt x="3321127" y="4592108"/>
                </a:cubicBezTo>
                <a:cubicBezTo>
                  <a:pt x="3318733" y="4592108"/>
                  <a:pt x="3315193" y="4593150"/>
                  <a:pt x="3310507" y="4595234"/>
                </a:cubicBezTo>
                <a:cubicBezTo>
                  <a:pt x="3305820" y="4597317"/>
                  <a:pt x="3299837" y="4599649"/>
                  <a:pt x="3292559" y="4602228"/>
                </a:cubicBezTo>
                <a:cubicBezTo>
                  <a:pt x="3285280" y="4604808"/>
                  <a:pt x="3276656" y="4607140"/>
                  <a:pt x="3266686" y="4609223"/>
                </a:cubicBezTo>
                <a:cubicBezTo>
                  <a:pt x="3256716" y="4611307"/>
                  <a:pt x="3245350" y="4612349"/>
                  <a:pt x="3232588" y="4612349"/>
                </a:cubicBezTo>
                <a:cubicBezTo>
                  <a:pt x="3216437" y="4612349"/>
                  <a:pt x="3202778" y="4610067"/>
                  <a:pt x="3191611" y="4605503"/>
                </a:cubicBezTo>
                <a:cubicBezTo>
                  <a:pt x="3180445" y="4600939"/>
                  <a:pt x="3171372" y="4594390"/>
                  <a:pt x="3164392" y="4585857"/>
                </a:cubicBezTo>
                <a:cubicBezTo>
                  <a:pt x="3157413" y="4577324"/>
                  <a:pt x="3152428" y="4567105"/>
                  <a:pt x="3149437" y="4555199"/>
                </a:cubicBezTo>
                <a:cubicBezTo>
                  <a:pt x="3146447" y="4543292"/>
                  <a:pt x="3144951" y="4529898"/>
                  <a:pt x="3144951" y="4515015"/>
                </a:cubicBezTo>
                <a:lnTo>
                  <a:pt x="3321373" y="4515015"/>
                </a:lnTo>
                <a:cubicBezTo>
                  <a:pt x="3326359" y="4515015"/>
                  <a:pt x="3330795" y="4513378"/>
                  <a:pt x="3334682" y="4510104"/>
                </a:cubicBezTo>
                <a:cubicBezTo>
                  <a:pt x="3338568" y="4506830"/>
                  <a:pt x="3340512" y="4501323"/>
                  <a:pt x="3340512" y="4493584"/>
                </a:cubicBezTo>
                <a:lnTo>
                  <a:pt x="3340512" y="4484654"/>
                </a:lnTo>
                <a:cubicBezTo>
                  <a:pt x="3340512" y="4467192"/>
                  <a:pt x="3338279" y="4450771"/>
                  <a:pt x="3333814" y="4435392"/>
                </a:cubicBezTo>
                <a:cubicBezTo>
                  <a:pt x="3329350" y="4420013"/>
                  <a:pt x="3322355" y="4406619"/>
                  <a:pt x="3312830" y="4395209"/>
                </a:cubicBezTo>
                <a:cubicBezTo>
                  <a:pt x="3303305" y="4383798"/>
                  <a:pt x="3291151" y="4374720"/>
                  <a:pt x="3276367" y="4367973"/>
                </a:cubicBezTo>
                <a:cubicBezTo>
                  <a:pt x="3261583" y="4361226"/>
                  <a:pt x="3243674" y="4357853"/>
                  <a:pt x="3222640" y="4357853"/>
                </a:cubicBezTo>
                <a:close/>
                <a:moveTo>
                  <a:pt x="1774840" y="4357853"/>
                </a:moveTo>
                <a:cubicBezTo>
                  <a:pt x="1755195" y="4357853"/>
                  <a:pt x="1737435" y="4361276"/>
                  <a:pt x="1721560" y="4368122"/>
                </a:cubicBezTo>
                <a:cubicBezTo>
                  <a:pt x="1705685" y="4374968"/>
                  <a:pt x="1692141" y="4384791"/>
                  <a:pt x="1680930" y="4397590"/>
                </a:cubicBezTo>
                <a:cubicBezTo>
                  <a:pt x="1669718" y="4410389"/>
                  <a:pt x="1661135" y="4425966"/>
                  <a:pt x="1655182" y="4444322"/>
                </a:cubicBezTo>
                <a:cubicBezTo>
                  <a:pt x="1649229" y="4462677"/>
                  <a:pt x="1646252" y="4483364"/>
                  <a:pt x="1646252" y="4506383"/>
                </a:cubicBezTo>
                <a:cubicBezTo>
                  <a:pt x="1646252" y="4530592"/>
                  <a:pt x="1649130" y="4551825"/>
                  <a:pt x="1654885" y="4570082"/>
                </a:cubicBezTo>
                <a:cubicBezTo>
                  <a:pt x="1660639" y="4588338"/>
                  <a:pt x="1669172" y="4603518"/>
                  <a:pt x="1680483" y="4615623"/>
                </a:cubicBezTo>
                <a:cubicBezTo>
                  <a:pt x="1691794" y="4627728"/>
                  <a:pt x="1705734" y="4636856"/>
                  <a:pt x="1722304" y="4643007"/>
                </a:cubicBezTo>
                <a:cubicBezTo>
                  <a:pt x="1738873" y="4649159"/>
                  <a:pt x="1758171" y="4652235"/>
                  <a:pt x="1780198" y="4652235"/>
                </a:cubicBezTo>
                <a:cubicBezTo>
                  <a:pt x="1792898" y="4652235"/>
                  <a:pt x="1804854" y="4651292"/>
                  <a:pt x="1816065" y="4649407"/>
                </a:cubicBezTo>
                <a:cubicBezTo>
                  <a:pt x="1827277" y="4647522"/>
                  <a:pt x="1837149" y="4645389"/>
                  <a:pt x="1845682" y="4643007"/>
                </a:cubicBezTo>
                <a:cubicBezTo>
                  <a:pt x="1854215" y="4640626"/>
                  <a:pt x="1861160" y="4638195"/>
                  <a:pt x="1866518" y="4635715"/>
                </a:cubicBezTo>
                <a:cubicBezTo>
                  <a:pt x="1871876" y="4633234"/>
                  <a:pt x="1875101" y="4631448"/>
                  <a:pt x="1876192" y="4630357"/>
                </a:cubicBezTo>
                <a:cubicBezTo>
                  <a:pt x="1877283" y="4629265"/>
                  <a:pt x="1878176" y="4628125"/>
                  <a:pt x="1878871" y="4626934"/>
                </a:cubicBezTo>
                <a:cubicBezTo>
                  <a:pt x="1879565" y="4625743"/>
                  <a:pt x="1880062" y="4624404"/>
                  <a:pt x="1880359" y="4622916"/>
                </a:cubicBezTo>
                <a:cubicBezTo>
                  <a:pt x="1880657" y="4621427"/>
                  <a:pt x="1880905" y="4619740"/>
                  <a:pt x="1881103" y="4617855"/>
                </a:cubicBezTo>
                <a:cubicBezTo>
                  <a:pt x="1881302" y="4615970"/>
                  <a:pt x="1881401" y="4613738"/>
                  <a:pt x="1881401" y="4611158"/>
                </a:cubicBezTo>
                <a:cubicBezTo>
                  <a:pt x="1881401" y="4607586"/>
                  <a:pt x="1881251" y="4604560"/>
                  <a:pt x="1880952" y="4602080"/>
                </a:cubicBezTo>
                <a:cubicBezTo>
                  <a:pt x="1880653" y="4599599"/>
                  <a:pt x="1880204" y="4597664"/>
                  <a:pt x="1879606" y="4596275"/>
                </a:cubicBezTo>
                <a:cubicBezTo>
                  <a:pt x="1879007" y="4594886"/>
                  <a:pt x="1878160" y="4593844"/>
                  <a:pt x="1877064" y="4593150"/>
                </a:cubicBezTo>
                <a:cubicBezTo>
                  <a:pt x="1875968" y="4592455"/>
                  <a:pt x="1874722" y="4592108"/>
                  <a:pt x="1873327" y="4592108"/>
                </a:cubicBezTo>
                <a:cubicBezTo>
                  <a:pt x="1870933" y="4592108"/>
                  <a:pt x="1867393" y="4593150"/>
                  <a:pt x="1862707" y="4595234"/>
                </a:cubicBezTo>
                <a:cubicBezTo>
                  <a:pt x="1858020" y="4597317"/>
                  <a:pt x="1852038" y="4599649"/>
                  <a:pt x="1844759" y="4602228"/>
                </a:cubicBezTo>
                <a:cubicBezTo>
                  <a:pt x="1837480" y="4604808"/>
                  <a:pt x="1828856" y="4607140"/>
                  <a:pt x="1818886" y="4609223"/>
                </a:cubicBezTo>
                <a:cubicBezTo>
                  <a:pt x="1808916" y="4611307"/>
                  <a:pt x="1797550" y="4612349"/>
                  <a:pt x="1784788" y="4612349"/>
                </a:cubicBezTo>
                <a:cubicBezTo>
                  <a:pt x="1768637" y="4612349"/>
                  <a:pt x="1754978" y="4610067"/>
                  <a:pt x="1743812" y="4605503"/>
                </a:cubicBezTo>
                <a:cubicBezTo>
                  <a:pt x="1732645" y="4600939"/>
                  <a:pt x="1723572" y="4594390"/>
                  <a:pt x="1716592" y="4585857"/>
                </a:cubicBezTo>
                <a:cubicBezTo>
                  <a:pt x="1709613" y="4577324"/>
                  <a:pt x="1704628" y="4567105"/>
                  <a:pt x="1701637" y="4555199"/>
                </a:cubicBezTo>
                <a:cubicBezTo>
                  <a:pt x="1698647" y="4543292"/>
                  <a:pt x="1697152" y="4529898"/>
                  <a:pt x="1697152" y="4515015"/>
                </a:cubicBezTo>
                <a:lnTo>
                  <a:pt x="1873574" y="4515015"/>
                </a:lnTo>
                <a:cubicBezTo>
                  <a:pt x="1878559" y="4515015"/>
                  <a:pt x="1882996" y="4513378"/>
                  <a:pt x="1886882" y="4510104"/>
                </a:cubicBezTo>
                <a:cubicBezTo>
                  <a:pt x="1890768" y="4506830"/>
                  <a:pt x="1892712" y="4501323"/>
                  <a:pt x="1892712" y="4493584"/>
                </a:cubicBezTo>
                <a:lnTo>
                  <a:pt x="1892712" y="4484654"/>
                </a:lnTo>
                <a:cubicBezTo>
                  <a:pt x="1892712" y="4467192"/>
                  <a:pt x="1890479" y="4450771"/>
                  <a:pt x="1886015" y="4435392"/>
                </a:cubicBezTo>
                <a:cubicBezTo>
                  <a:pt x="1881550" y="4420013"/>
                  <a:pt x="1874555" y="4406619"/>
                  <a:pt x="1865030" y="4395209"/>
                </a:cubicBezTo>
                <a:cubicBezTo>
                  <a:pt x="1855505" y="4383798"/>
                  <a:pt x="1843350" y="4374720"/>
                  <a:pt x="1828567" y="4367973"/>
                </a:cubicBezTo>
                <a:cubicBezTo>
                  <a:pt x="1813783" y="4361226"/>
                  <a:pt x="1795874" y="4357853"/>
                  <a:pt x="1774840" y="4357853"/>
                </a:cubicBezTo>
                <a:close/>
                <a:moveTo>
                  <a:pt x="772334" y="4357853"/>
                </a:moveTo>
                <a:cubicBezTo>
                  <a:pt x="749513" y="4357853"/>
                  <a:pt x="729570" y="4361524"/>
                  <a:pt x="712505" y="4368866"/>
                </a:cubicBezTo>
                <a:cubicBezTo>
                  <a:pt x="695439" y="4376208"/>
                  <a:pt x="681201" y="4386527"/>
                  <a:pt x="669791" y="4399822"/>
                </a:cubicBezTo>
                <a:cubicBezTo>
                  <a:pt x="658381" y="4413117"/>
                  <a:pt x="649848" y="4428943"/>
                  <a:pt x="644192" y="4447298"/>
                </a:cubicBezTo>
                <a:cubicBezTo>
                  <a:pt x="638537" y="4465654"/>
                  <a:pt x="635709" y="4485746"/>
                  <a:pt x="635709" y="4507574"/>
                </a:cubicBezTo>
                <a:cubicBezTo>
                  <a:pt x="635709" y="4530196"/>
                  <a:pt x="638388" y="4550436"/>
                  <a:pt x="643746" y="4568296"/>
                </a:cubicBezTo>
                <a:cubicBezTo>
                  <a:pt x="649104" y="4586155"/>
                  <a:pt x="657240" y="4601335"/>
                  <a:pt x="668154" y="4613837"/>
                </a:cubicBezTo>
                <a:cubicBezTo>
                  <a:pt x="679068" y="4626339"/>
                  <a:pt x="692711" y="4635864"/>
                  <a:pt x="709082" y="4642412"/>
                </a:cubicBezTo>
                <a:cubicBezTo>
                  <a:pt x="725453" y="4648960"/>
                  <a:pt x="744652" y="4652235"/>
                  <a:pt x="766678" y="4652235"/>
                </a:cubicBezTo>
                <a:cubicBezTo>
                  <a:pt x="789300" y="4652235"/>
                  <a:pt x="809193" y="4648514"/>
                  <a:pt x="826358" y="4641073"/>
                </a:cubicBezTo>
                <a:cubicBezTo>
                  <a:pt x="843523" y="4633631"/>
                  <a:pt x="857810" y="4623263"/>
                  <a:pt x="869221" y="4609967"/>
                </a:cubicBezTo>
                <a:cubicBezTo>
                  <a:pt x="880631" y="4596672"/>
                  <a:pt x="889213" y="4580847"/>
                  <a:pt x="894968" y="4562491"/>
                </a:cubicBezTo>
                <a:cubicBezTo>
                  <a:pt x="900723" y="4544136"/>
                  <a:pt x="903600" y="4524044"/>
                  <a:pt x="903600" y="4502216"/>
                </a:cubicBezTo>
                <a:cubicBezTo>
                  <a:pt x="903600" y="4479793"/>
                  <a:pt x="900871" y="4459651"/>
                  <a:pt x="895414" y="4441792"/>
                </a:cubicBezTo>
                <a:cubicBezTo>
                  <a:pt x="889957" y="4423932"/>
                  <a:pt x="881772" y="4408752"/>
                  <a:pt x="870858" y="4396250"/>
                </a:cubicBezTo>
                <a:cubicBezTo>
                  <a:pt x="859944" y="4383749"/>
                  <a:pt x="846301" y="4374224"/>
                  <a:pt x="829930" y="4367675"/>
                </a:cubicBezTo>
                <a:cubicBezTo>
                  <a:pt x="813559" y="4361127"/>
                  <a:pt x="794360" y="4357853"/>
                  <a:pt x="772334" y="4357853"/>
                </a:cubicBezTo>
                <a:close/>
                <a:moveTo>
                  <a:pt x="297572" y="4261412"/>
                </a:moveTo>
                <a:cubicBezTo>
                  <a:pt x="292214" y="4261412"/>
                  <a:pt x="287799" y="4263148"/>
                  <a:pt x="284326" y="4266621"/>
                </a:cubicBezTo>
                <a:cubicBezTo>
                  <a:pt x="280853" y="4270094"/>
                  <a:pt x="279117" y="4275303"/>
                  <a:pt x="279117" y="4282248"/>
                </a:cubicBezTo>
                <a:lnTo>
                  <a:pt x="279117" y="4639138"/>
                </a:lnTo>
                <a:cubicBezTo>
                  <a:pt x="279117" y="4640725"/>
                  <a:pt x="279514" y="4642065"/>
                  <a:pt x="280308" y="4643156"/>
                </a:cubicBezTo>
                <a:cubicBezTo>
                  <a:pt x="281102" y="4644248"/>
                  <a:pt x="282491" y="4645190"/>
                  <a:pt x="284475" y="4645984"/>
                </a:cubicBezTo>
                <a:cubicBezTo>
                  <a:pt x="286459" y="4646778"/>
                  <a:pt x="289089" y="4647373"/>
                  <a:pt x="292363" y="4647770"/>
                </a:cubicBezTo>
                <a:cubicBezTo>
                  <a:pt x="295637" y="4648167"/>
                  <a:pt x="299755" y="4648365"/>
                  <a:pt x="304716" y="4648365"/>
                </a:cubicBezTo>
                <a:cubicBezTo>
                  <a:pt x="309677" y="4648365"/>
                  <a:pt x="313794" y="4648167"/>
                  <a:pt x="317068" y="4647770"/>
                </a:cubicBezTo>
                <a:cubicBezTo>
                  <a:pt x="320343" y="4647373"/>
                  <a:pt x="322922" y="4646778"/>
                  <a:pt x="324807" y="4645984"/>
                </a:cubicBezTo>
                <a:cubicBezTo>
                  <a:pt x="326693" y="4645190"/>
                  <a:pt x="328082" y="4644248"/>
                  <a:pt x="328975" y="4643156"/>
                </a:cubicBezTo>
                <a:cubicBezTo>
                  <a:pt x="329868" y="4642065"/>
                  <a:pt x="330314" y="4640725"/>
                  <a:pt x="330314" y="4639138"/>
                </a:cubicBezTo>
                <a:lnTo>
                  <a:pt x="330314" y="4305763"/>
                </a:lnTo>
                <a:lnTo>
                  <a:pt x="504443" y="4305763"/>
                </a:lnTo>
                <a:lnTo>
                  <a:pt x="504443" y="4639138"/>
                </a:lnTo>
                <a:cubicBezTo>
                  <a:pt x="504443" y="4640725"/>
                  <a:pt x="504889" y="4642065"/>
                  <a:pt x="505782" y="4643156"/>
                </a:cubicBezTo>
                <a:cubicBezTo>
                  <a:pt x="506675" y="4644248"/>
                  <a:pt x="508064" y="4645190"/>
                  <a:pt x="509950" y="4645984"/>
                </a:cubicBezTo>
                <a:cubicBezTo>
                  <a:pt x="511835" y="4646778"/>
                  <a:pt x="514464" y="4647373"/>
                  <a:pt x="517837" y="4647770"/>
                </a:cubicBezTo>
                <a:cubicBezTo>
                  <a:pt x="521211" y="4648167"/>
                  <a:pt x="525279" y="4648365"/>
                  <a:pt x="530041" y="4648365"/>
                </a:cubicBezTo>
                <a:cubicBezTo>
                  <a:pt x="535002" y="4648365"/>
                  <a:pt x="539120" y="4648167"/>
                  <a:pt x="542394" y="4647770"/>
                </a:cubicBezTo>
                <a:cubicBezTo>
                  <a:pt x="545668" y="4647373"/>
                  <a:pt x="548298" y="4646778"/>
                  <a:pt x="550282" y="4645984"/>
                </a:cubicBezTo>
                <a:cubicBezTo>
                  <a:pt x="552267" y="4645190"/>
                  <a:pt x="553655" y="4644248"/>
                  <a:pt x="554449" y="4643156"/>
                </a:cubicBezTo>
                <a:cubicBezTo>
                  <a:pt x="555243" y="4642065"/>
                  <a:pt x="555640" y="4640725"/>
                  <a:pt x="555640" y="4639138"/>
                </a:cubicBezTo>
                <a:lnTo>
                  <a:pt x="555640" y="4282248"/>
                </a:lnTo>
                <a:cubicBezTo>
                  <a:pt x="555640" y="4275303"/>
                  <a:pt x="554052" y="4270094"/>
                  <a:pt x="550877" y="4266621"/>
                </a:cubicBezTo>
                <a:cubicBezTo>
                  <a:pt x="547702" y="4263148"/>
                  <a:pt x="543337" y="4261412"/>
                  <a:pt x="537780" y="4261412"/>
                </a:cubicBezTo>
                <a:close/>
                <a:moveTo>
                  <a:pt x="2819315" y="4259626"/>
                </a:moveTo>
                <a:cubicBezTo>
                  <a:pt x="2814553" y="4259626"/>
                  <a:pt x="2810485" y="4259874"/>
                  <a:pt x="2807112" y="4260370"/>
                </a:cubicBezTo>
                <a:cubicBezTo>
                  <a:pt x="2803738" y="4260866"/>
                  <a:pt x="2801060" y="4261462"/>
                  <a:pt x="2799075" y="4262156"/>
                </a:cubicBezTo>
                <a:cubicBezTo>
                  <a:pt x="2797090" y="4262851"/>
                  <a:pt x="2795702" y="4263793"/>
                  <a:pt x="2794908" y="4264984"/>
                </a:cubicBezTo>
                <a:cubicBezTo>
                  <a:pt x="2794114" y="4266175"/>
                  <a:pt x="2793717" y="4267464"/>
                  <a:pt x="2793717" y="4268853"/>
                </a:cubicBezTo>
                <a:lnTo>
                  <a:pt x="2793717" y="4638840"/>
                </a:lnTo>
                <a:cubicBezTo>
                  <a:pt x="2793717" y="4640428"/>
                  <a:pt x="2794114" y="4641817"/>
                  <a:pt x="2794908" y="4643007"/>
                </a:cubicBezTo>
                <a:cubicBezTo>
                  <a:pt x="2795702" y="4644198"/>
                  <a:pt x="2797090" y="4645140"/>
                  <a:pt x="2799075" y="4645835"/>
                </a:cubicBezTo>
                <a:cubicBezTo>
                  <a:pt x="2801060" y="4646530"/>
                  <a:pt x="2803738" y="4647125"/>
                  <a:pt x="2807112" y="4647621"/>
                </a:cubicBezTo>
                <a:cubicBezTo>
                  <a:pt x="2810485" y="4648117"/>
                  <a:pt x="2814553" y="4648365"/>
                  <a:pt x="2819315" y="4648365"/>
                </a:cubicBezTo>
                <a:cubicBezTo>
                  <a:pt x="2824277" y="4648365"/>
                  <a:pt x="2828394" y="4648117"/>
                  <a:pt x="2831668" y="4647621"/>
                </a:cubicBezTo>
                <a:cubicBezTo>
                  <a:pt x="2834942" y="4647125"/>
                  <a:pt x="2837572" y="4646530"/>
                  <a:pt x="2839556" y="4645835"/>
                </a:cubicBezTo>
                <a:cubicBezTo>
                  <a:pt x="2841541" y="4645140"/>
                  <a:pt x="2842929" y="4644198"/>
                  <a:pt x="2843724" y="4643007"/>
                </a:cubicBezTo>
                <a:cubicBezTo>
                  <a:pt x="2844517" y="4641817"/>
                  <a:pt x="2844914" y="4640428"/>
                  <a:pt x="2844914" y="4638840"/>
                </a:cubicBezTo>
                <a:lnTo>
                  <a:pt x="2844914" y="4470367"/>
                </a:lnTo>
                <a:lnTo>
                  <a:pt x="2866345" y="4470367"/>
                </a:lnTo>
                <a:cubicBezTo>
                  <a:pt x="2878252" y="4470367"/>
                  <a:pt x="2888967" y="4471756"/>
                  <a:pt x="2898492" y="4474534"/>
                </a:cubicBezTo>
                <a:cubicBezTo>
                  <a:pt x="2908017" y="4477312"/>
                  <a:pt x="2916501" y="4481628"/>
                  <a:pt x="2923942" y="4487482"/>
                </a:cubicBezTo>
                <a:cubicBezTo>
                  <a:pt x="2931383" y="4493336"/>
                  <a:pt x="2937981" y="4500728"/>
                  <a:pt x="2943736" y="4509657"/>
                </a:cubicBezTo>
                <a:cubicBezTo>
                  <a:pt x="2949490" y="4518587"/>
                  <a:pt x="2954749" y="4529402"/>
                  <a:pt x="2959512" y="4542102"/>
                </a:cubicBezTo>
                <a:lnTo>
                  <a:pt x="2994933" y="4636161"/>
                </a:lnTo>
                <a:cubicBezTo>
                  <a:pt x="2995528" y="4638344"/>
                  <a:pt x="2996372" y="4640180"/>
                  <a:pt x="2997463" y="4641668"/>
                </a:cubicBezTo>
                <a:cubicBezTo>
                  <a:pt x="2998555" y="4643156"/>
                  <a:pt x="3000142" y="4644396"/>
                  <a:pt x="3002225" y="4645389"/>
                </a:cubicBezTo>
                <a:cubicBezTo>
                  <a:pt x="3004309" y="4646381"/>
                  <a:pt x="3007087" y="4647125"/>
                  <a:pt x="3010560" y="4647621"/>
                </a:cubicBezTo>
                <a:cubicBezTo>
                  <a:pt x="3014032" y="4648117"/>
                  <a:pt x="3018646" y="4648365"/>
                  <a:pt x="3024401" y="4648365"/>
                </a:cubicBezTo>
                <a:cubicBezTo>
                  <a:pt x="3029362" y="4648365"/>
                  <a:pt x="3033529" y="4648167"/>
                  <a:pt x="3036902" y="4647770"/>
                </a:cubicBezTo>
                <a:cubicBezTo>
                  <a:pt x="3040276" y="4647373"/>
                  <a:pt x="3042905" y="4646778"/>
                  <a:pt x="3044790" y="4645984"/>
                </a:cubicBezTo>
                <a:cubicBezTo>
                  <a:pt x="3046675" y="4645190"/>
                  <a:pt x="3048015" y="4644198"/>
                  <a:pt x="3048808" y="4643007"/>
                </a:cubicBezTo>
                <a:cubicBezTo>
                  <a:pt x="3049603" y="4641817"/>
                  <a:pt x="3049999" y="4640328"/>
                  <a:pt x="3049999" y="4638542"/>
                </a:cubicBezTo>
                <a:cubicBezTo>
                  <a:pt x="3049999" y="4636955"/>
                  <a:pt x="3049801" y="4635119"/>
                  <a:pt x="3049404" y="4633036"/>
                </a:cubicBezTo>
                <a:cubicBezTo>
                  <a:pt x="3049007" y="4630952"/>
                  <a:pt x="3047816" y="4627331"/>
                  <a:pt x="3045832" y="4622171"/>
                </a:cubicBezTo>
                <a:lnTo>
                  <a:pt x="3009518" y="4530493"/>
                </a:lnTo>
                <a:cubicBezTo>
                  <a:pt x="3004557" y="4517595"/>
                  <a:pt x="2999497" y="4506532"/>
                  <a:pt x="2994337" y="4497305"/>
                </a:cubicBezTo>
                <a:cubicBezTo>
                  <a:pt x="2989178" y="4488077"/>
                  <a:pt x="2983523" y="4480189"/>
                  <a:pt x="2977371" y="4473641"/>
                </a:cubicBezTo>
                <a:cubicBezTo>
                  <a:pt x="2971219" y="4467092"/>
                  <a:pt x="2964522" y="4461586"/>
                  <a:pt x="2957279" y="4457121"/>
                </a:cubicBezTo>
                <a:cubicBezTo>
                  <a:pt x="2950037" y="4452656"/>
                  <a:pt x="2941751" y="4448737"/>
                  <a:pt x="2932425" y="4445364"/>
                </a:cubicBezTo>
                <a:lnTo>
                  <a:pt x="2932425" y="4444768"/>
                </a:lnTo>
                <a:cubicBezTo>
                  <a:pt x="2940561" y="4442387"/>
                  <a:pt x="2947903" y="4439162"/>
                  <a:pt x="2954452" y="4435094"/>
                </a:cubicBezTo>
                <a:cubicBezTo>
                  <a:pt x="2961000" y="4431026"/>
                  <a:pt x="2967052" y="4425867"/>
                  <a:pt x="2972608" y="4419616"/>
                </a:cubicBezTo>
                <a:cubicBezTo>
                  <a:pt x="2978165" y="4413366"/>
                  <a:pt x="2983274" y="4405875"/>
                  <a:pt x="2987938" y="4397143"/>
                </a:cubicBezTo>
                <a:cubicBezTo>
                  <a:pt x="2992601" y="4388412"/>
                  <a:pt x="2997116" y="4377994"/>
                  <a:pt x="3001481" y="4365889"/>
                </a:cubicBezTo>
                <a:lnTo>
                  <a:pt x="3032140" y="4285820"/>
                </a:lnTo>
                <a:cubicBezTo>
                  <a:pt x="3033330" y="4282248"/>
                  <a:pt x="3034273" y="4279123"/>
                  <a:pt x="3034968" y="4276444"/>
                </a:cubicBezTo>
                <a:cubicBezTo>
                  <a:pt x="3035662" y="4273765"/>
                  <a:pt x="3036009" y="4271334"/>
                  <a:pt x="3036009" y="4269151"/>
                </a:cubicBezTo>
                <a:cubicBezTo>
                  <a:pt x="3036009" y="4267564"/>
                  <a:pt x="3035712" y="4266175"/>
                  <a:pt x="3035117" y="4264984"/>
                </a:cubicBezTo>
                <a:cubicBezTo>
                  <a:pt x="3034521" y="4263793"/>
                  <a:pt x="3033281" y="4262801"/>
                  <a:pt x="3031396" y="4262007"/>
                </a:cubicBezTo>
                <a:cubicBezTo>
                  <a:pt x="3029511" y="4261214"/>
                  <a:pt x="3026981" y="4260618"/>
                  <a:pt x="3023806" y="4260221"/>
                </a:cubicBezTo>
                <a:cubicBezTo>
                  <a:pt x="3020630" y="4259825"/>
                  <a:pt x="3016463" y="4259626"/>
                  <a:pt x="3011304" y="4259626"/>
                </a:cubicBezTo>
                <a:cubicBezTo>
                  <a:pt x="3005748" y="4259626"/>
                  <a:pt x="3001233" y="4259874"/>
                  <a:pt x="2997761" y="4260370"/>
                </a:cubicBezTo>
                <a:cubicBezTo>
                  <a:pt x="2994288" y="4260866"/>
                  <a:pt x="2991560" y="4261610"/>
                  <a:pt x="2989575" y="4262603"/>
                </a:cubicBezTo>
                <a:cubicBezTo>
                  <a:pt x="2987590" y="4263595"/>
                  <a:pt x="2986102" y="4264885"/>
                  <a:pt x="2985110" y="4266472"/>
                </a:cubicBezTo>
                <a:cubicBezTo>
                  <a:pt x="2984118" y="4268060"/>
                  <a:pt x="2983324" y="4269846"/>
                  <a:pt x="2982729" y="4271830"/>
                </a:cubicBezTo>
                <a:lnTo>
                  <a:pt x="2953558" y="4355769"/>
                </a:lnTo>
                <a:cubicBezTo>
                  <a:pt x="2949392" y="4367874"/>
                  <a:pt x="2944678" y="4378341"/>
                  <a:pt x="2939420" y="4387172"/>
                </a:cubicBezTo>
                <a:cubicBezTo>
                  <a:pt x="2934161" y="4396002"/>
                  <a:pt x="2928109" y="4403295"/>
                  <a:pt x="2921263" y="4409050"/>
                </a:cubicBezTo>
                <a:cubicBezTo>
                  <a:pt x="2914417" y="4414804"/>
                  <a:pt x="2906529" y="4419120"/>
                  <a:pt x="2897599" y="4421998"/>
                </a:cubicBezTo>
                <a:cubicBezTo>
                  <a:pt x="2888669" y="4424875"/>
                  <a:pt x="2878252" y="4426314"/>
                  <a:pt x="2866345" y="4426314"/>
                </a:cubicBezTo>
                <a:lnTo>
                  <a:pt x="2844914" y="4426314"/>
                </a:lnTo>
                <a:lnTo>
                  <a:pt x="2844914" y="4268853"/>
                </a:lnTo>
                <a:cubicBezTo>
                  <a:pt x="2844914" y="4267464"/>
                  <a:pt x="2844517" y="4266175"/>
                  <a:pt x="2843724" y="4264984"/>
                </a:cubicBezTo>
                <a:cubicBezTo>
                  <a:pt x="2842929" y="4263793"/>
                  <a:pt x="2841541" y="4262851"/>
                  <a:pt x="2839556" y="4262156"/>
                </a:cubicBezTo>
                <a:cubicBezTo>
                  <a:pt x="2837572" y="4261462"/>
                  <a:pt x="2834942" y="4260866"/>
                  <a:pt x="2831668" y="4260370"/>
                </a:cubicBezTo>
                <a:cubicBezTo>
                  <a:pt x="2828394" y="4259874"/>
                  <a:pt x="2824277" y="4259626"/>
                  <a:pt x="2819315" y="4259626"/>
                </a:cubicBezTo>
                <a:close/>
                <a:moveTo>
                  <a:pt x="3261038" y="3770279"/>
                </a:moveTo>
                <a:cubicBezTo>
                  <a:pt x="3274531" y="3770279"/>
                  <a:pt x="3285942" y="3771519"/>
                  <a:pt x="3295268" y="3774000"/>
                </a:cubicBezTo>
                <a:cubicBezTo>
                  <a:pt x="3304594" y="3776480"/>
                  <a:pt x="3312085" y="3780052"/>
                  <a:pt x="3317741" y="3784715"/>
                </a:cubicBezTo>
                <a:cubicBezTo>
                  <a:pt x="3323396" y="3789379"/>
                  <a:pt x="3327464" y="3795034"/>
                  <a:pt x="3329945" y="3801682"/>
                </a:cubicBezTo>
                <a:cubicBezTo>
                  <a:pt x="3332425" y="3808330"/>
                  <a:pt x="3333666" y="3815721"/>
                  <a:pt x="3333666" y="3823857"/>
                </a:cubicBezTo>
                <a:cubicBezTo>
                  <a:pt x="3333666" y="3840923"/>
                  <a:pt x="3328010" y="3854268"/>
                  <a:pt x="3316699" y="3863892"/>
                </a:cubicBezTo>
                <a:cubicBezTo>
                  <a:pt x="3305388" y="3873516"/>
                  <a:pt x="3287628" y="3878328"/>
                  <a:pt x="3263419" y="3878328"/>
                </a:cubicBezTo>
                <a:cubicBezTo>
                  <a:pt x="3253695" y="3878328"/>
                  <a:pt x="3245460" y="3878031"/>
                  <a:pt x="3238713" y="3877435"/>
                </a:cubicBezTo>
                <a:cubicBezTo>
                  <a:pt x="3231966" y="3876840"/>
                  <a:pt x="3225120" y="3876146"/>
                  <a:pt x="3218175" y="3875352"/>
                </a:cubicBezTo>
                <a:lnTo>
                  <a:pt x="3218175" y="3772363"/>
                </a:lnTo>
                <a:cubicBezTo>
                  <a:pt x="3224724" y="3771767"/>
                  <a:pt x="3231471" y="3771271"/>
                  <a:pt x="3238416" y="3770874"/>
                </a:cubicBezTo>
                <a:cubicBezTo>
                  <a:pt x="3245361" y="3770478"/>
                  <a:pt x="3252902" y="3770279"/>
                  <a:pt x="3261038" y="3770279"/>
                </a:cubicBezTo>
                <a:close/>
                <a:moveTo>
                  <a:pt x="1235784" y="3770279"/>
                </a:moveTo>
                <a:cubicBezTo>
                  <a:pt x="1249675" y="3770279"/>
                  <a:pt x="1261383" y="3771519"/>
                  <a:pt x="1270908" y="3774000"/>
                </a:cubicBezTo>
                <a:cubicBezTo>
                  <a:pt x="1280433" y="3776480"/>
                  <a:pt x="1288172" y="3780052"/>
                  <a:pt x="1294125" y="3784715"/>
                </a:cubicBezTo>
                <a:cubicBezTo>
                  <a:pt x="1300078" y="3789379"/>
                  <a:pt x="1304344" y="3795034"/>
                  <a:pt x="1306924" y="3801682"/>
                </a:cubicBezTo>
                <a:cubicBezTo>
                  <a:pt x="1309504" y="3808330"/>
                  <a:pt x="1310794" y="3815721"/>
                  <a:pt x="1310794" y="3823857"/>
                </a:cubicBezTo>
                <a:cubicBezTo>
                  <a:pt x="1310794" y="3840923"/>
                  <a:pt x="1304841" y="3854268"/>
                  <a:pt x="1292934" y="3863892"/>
                </a:cubicBezTo>
                <a:cubicBezTo>
                  <a:pt x="1281028" y="3873516"/>
                  <a:pt x="1262772" y="3878328"/>
                  <a:pt x="1238166" y="3878328"/>
                </a:cubicBezTo>
                <a:cubicBezTo>
                  <a:pt x="1228442" y="3878328"/>
                  <a:pt x="1219612" y="3878031"/>
                  <a:pt x="1211674" y="3877435"/>
                </a:cubicBezTo>
                <a:cubicBezTo>
                  <a:pt x="1203737" y="3876840"/>
                  <a:pt x="1196295" y="3876146"/>
                  <a:pt x="1189350" y="3875352"/>
                </a:cubicBezTo>
                <a:lnTo>
                  <a:pt x="1189350" y="3772363"/>
                </a:lnTo>
                <a:cubicBezTo>
                  <a:pt x="1195898" y="3771767"/>
                  <a:pt x="1203191" y="3771271"/>
                  <a:pt x="1211228" y="3770874"/>
                </a:cubicBezTo>
                <a:cubicBezTo>
                  <a:pt x="1219265" y="3770478"/>
                  <a:pt x="1227450" y="3770279"/>
                  <a:pt x="1235784" y="3770279"/>
                </a:cubicBezTo>
                <a:close/>
                <a:moveTo>
                  <a:pt x="1686436" y="3672946"/>
                </a:moveTo>
                <a:cubicBezTo>
                  <a:pt x="1699930" y="3672946"/>
                  <a:pt x="1711290" y="3675674"/>
                  <a:pt x="1720518" y="3681131"/>
                </a:cubicBezTo>
                <a:cubicBezTo>
                  <a:pt x="1729745" y="3686588"/>
                  <a:pt x="1737087" y="3693831"/>
                  <a:pt x="1742544" y="3702860"/>
                </a:cubicBezTo>
                <a:cubicBezTo>
                  <a:pt x="1748001" y="3711889"/>
                  <a:pt x="1751970" y="3722356"/>
                  <a:pt x="1754450" y="3734263"/>
                </a:cubicBezTo>
                <a:cubicBezTo>
                  <a:pt x="1756931" y="3746169"/>
                  <a:pt x="1758171" y="3758671"/>
                  <a:pt x="1758171" y="3771767"/>
                </a:cubicBezTo>
                <a:cubicBezTo>
                  <a:pt x="1758171" y="3787841"/>
                  <a:pt x="1756385" y="3802426"/>
                  <a:pt x="1752813" y="3815523"/>
                </a:cubicBezTo>
                <a:cubicBezTo>
                  <a:pt x="1749241" y="3828620"/>
                  <a:pt x="1744032" y="3839732"/>
                  <a:pt x="1737186" y="3848860"/>
                </a:cubicBezTo>
                <a:cubicBezTo>
                  <a:pt x="1730340" y="3857989"/>
                  <a:pt x="1721857" y="3865083"/>
                  <a:pt x="1711737" y="3870143"/>
                </a:cubicBezTo>
                <a:cubicBezTo>
                  <a:pt x="1701616" y="3875203"/>
                  <a:pt x="1690107" y="3877733"/>
                  <a:pt x="1677209" y="3877733"/>
                </a:cubicBezTo>
                <a:cubicBezTo>
                  <a:pt x="1662524" y="3877733"/>
                  <a:pt x="1650122" y="3874955"/>
                  <a:pt x="1640002" y="3869399"/>
                </a:cubicBezTo>
                <a:cubicBezTo>
                  <a:pt x="1629881" y="3863842"/>
                  <a:pt x="1621745" y="3855607"/>
                  <a:pt x="1615594" y="3844693"/>
                </a:cubicBezTo>
                <a:cubicBezTo>
                  <a:pt x="1609442" y="3833779"/>
                  <a:pt x="1605027" y="3820186"/>
                  <a:pt x="1602348" y="3803914"/>
                </a:cubicBezTo>
                <a:cubicBezTo>
                  <a:pt x="1599669" y="3787642"/>
                  <a:pt x="1598330" y="3768791"/>
                  <a:pt x="1598330" y="3747360"/>
                </a:cubicBezTo>
                <a:cubicBezTo>
                  <a:pt x="1598330" y="3742994"/>
                  <a:pt x="1598330" y="3738728"/>
                  <a:pt x="1598330" y="3734560"/>
                </a:cubicBezTo>
                <a:cubicBezTo>
                  <a:pt x="1598330" y="3730393"/>
                  <a:pt x="1598429" y="3726722"/>
                  <a:pt x="1598627" y="3723547"/>
                </a:cubicBezTo>
                <a:cubicBezTo>
                  <a:pt x="1606565" y="3715014"/>
                  <a:pt x="1614006" y="3707622"/>
                  <a:pt x="1620952" y="3701372"/>
                </a:cubicBezTo>
                <a:cubicBezTo>
                  <a:pt x="1627897" y="3695121"/>
                  <a:pt x="1634842" y="3689862"/>
                  <a:pt x="1641788" y="3685596"/>
                </a:cubicBezTo>
                <a:cubicBezTo>
                  <a:pt x="1648733" y="3681330"/>
                  <a:pt x="1655827" y="3678155"/>
                  <a:pt x="1663070" y="3676071"/>
                </a:cubicBezTo>
                <a:cubicBezTo>
                  <a:pt x="1670313" y="3673987"/>
                  <a:pt x="1678102" y="3672946"/>
                  <a:pt x="1686436" y="3672946"/>
                </a:cubicBezTo>
                <a:close/>
                <a:moveTo>
                  <a:pt x="705524" y="3662825"/>
                </a:moveTo>
                <a:cubicBezTo>
                  <a:pt x="729283" y="3662825"/>
                  <a:pt x="747202" y="3670167"/>
                  <a:pt x="759279" y="3684852"/>
                </a:cubicBezTo>
                <a:cubicBezTo>
                  <a:pt x="771355" y="3699536"/>
                  <a:pt x="777096" y="3719777"/>
                  <a:pt x="776501" y="3745574"/>
                </a:cubicBezTo>
                <a:lnTo>
                  <a:pt x="630352" y="3745574"/>
                </a:lnTo>
                <a:cubicBezTo>
                  <a:pt x="630751" y="3734660"/>
                  <a:pt x="632648" y="3724192"/>
                  <a:pt x="636042" y="3714171"/>
                </a:cubicBezTo>
                <a:cubicBezTo>
                  <a:pt x="639435" y="3704150"/>
                  <a:pt x="644227" y="3695369"/>
                  <a:pt x="650418" y="3687828"/>
                </a:cubicBezTo>
                <a:cubicBezTo>
                  <a:pt x="656608" y="3680288"/>
                  <a:pt x="664295" y="3674235"/>
                  <a:pt x="673479" y="3669671"/>
                </a:cubicBezTo>
                <a:cubicBezTo>
                  <a:pt x="682663" y="3665107"/>
                  <a:pt x="693345" y="3662825"/>
                  <a:pt x="705524" y="3662825"/>
                </a:cubicBezTo>
                <a:close/>
                <a:moveTo>
                  <a:pt x="1940932" y="3630381"/>
                </a:moveTo>
                <a:cubicBezTo>
                  <a:pt x="1936368" y="3630381"/>
                  <a:pt x="1932846" y="3631819"/>
                  <a:pt x="1930365" y="3634697"/>
                </a:cubicBezTo>
                <a:cubicBezTo>
                  <a:pt x="1927885" y="3637574"/>
                  <a:pt x="1926446" y="3641989"/>
                  <a:pt x="1926049" y="3647942"/>
                </a:cubicBezTo>
                <a:cubicBezTo>
                  <a:pt x="1923073" y="3676914"/>
                  <a:pt x="1919898" y="3702562"/>
                  <a:pt x="1916524" y="3724887"/>
                </a:cubicBezTo>
                <a:cubicBezTo>
                  <a:pt x="1913151" y="3747211"/>
                  <a:pt x="1909579" y="3766707"/>
                  <a:pt x="1905809" y="3783376"/>
                </a:cubicBezTo>
                <a:cubicBezTo>
                  <a:pt x="1902038" y="3800045"/>
                  <a:pt x="1897871" y="3814084"/>
                  <a:pt x="1893307" y="3825494"/>
                </a:cubicBezTo>
                <a:cubicBezTo>
                  <a:pt x="1888743" y="3836905"/>
                  <a:pt x="1883881" y="3846132"/>
                  <a:pt x="1878722" y="3853176"/>
                </a:cubicBezTo>
                <a:cubicBezTo>
                  <a:pt x="1873563" y="3860221"/>
                  <a:pt x="1868006" y="3865281"/>
                  <a:pt x="1862053" y="3868357"/>
                </a:cubicBezTo>
                <a:cubicBezTo>
                  <a:pt x="1856100" y="3871433"/>
                  <a:pt x="1849849" y="3872971"/>
                  <a:pt x="1843301" y="3872971"/>
                </a:cubicBezTo>
                <a:cubicBezTo>
                  <a:pt x="1841713" y="3872971"/>
                  <a:pt x="1840374" y="3873268"/>
                  <a:pt x="1839283" y="3873864"/>
                </a:cubicBezTo>
                <a:cubicBezTo>
                  <a:pt x="1838191" y="3874459"/>
                  <a:pt x="1837298" y="3875649"/>
                  <a:pt x="1836604" y="3877435"/>
                </a:cubicBezTo>
                <a:cubicBezTo>
                  <a:pt x="1835909" y="3879221"/>
                  <a:pt x="1835413" y="3881603"/>
                  <a:pt x="1835115" y="3884579"/>
                </a:cubicBezTo>
                <a:cubicBezTo>
                  <a:pt x="1834818" y="3887556"/>
                  <a:pt x="1834669" y="3891425"/>
                  <a:pt x="1834669" y="3896188"/>
                </a:cubicBezTo>
                <a:cubicBezTo>
                  <a:pt x="1834669" y="3900752"/>
                  <a:pt x="1834867" y="3904473"/>
                  <a:pt x="1835264" y="3907350"/>
                </a:cubicBezTo>
                <a:cubicBezTo>
                  <a:pt x="1835661" y="3910227"/>
                  <a:pt x="1836256" y="3912460"/>
                  <a:pt x="1837050" y="3914047"/>
                </a:cubicBezTo>
                <a:cubicBezTo>
                  <a:pt x="1837844" y="3915635"/>
                  <a:pt x="1838886" y="3916726"/>
                  <a:pt x="1840175" y="3917321"/>
                </a:cubicBezTo>
                <a:cubicBezTo>
                  <a:pt x="1841465" y="3917917"/>
                  <a:pt x="1843003" y="3918214"/>
                  <a:pt x="1844789" y="3918214"/>
                </a:cubicBezTo>
                <a:cubicBezTo>
                  <a:pt x="1855703" y="3918214"/>
                  <a:pt x="1865972" y="3916528"/>
                  <a:pt x="1875597" y="3913154"/>
                </a:cubicBezTo>
                <a:cubicBezTo>
                  <a:pt x="1885221" y="3909781"/>
                  <a:pt x="1894150" y="3904274"/>
                  <a:pt x="1902386" y="3896634"/>
                </a:cubicBezTo>
                <a:cubicBezTo>
                  <a:pt x="1910621" y="3888994"/>
                  <a:pt x="1918211" y="3878924"/>
                  <a:pt x="1925156" y="3866422"/>
                </a:cubicBezTo>
                <a:cubicBezTo>
                  <a:pt x="1932102" y="3853921"/>
                  <a:pt x="1938352" y="3838542"/>
                  <a:pt x="1943909" y="3820285"/>
                </a:cubicBezTo>
                <a:cubicBezTo>
                  <a:pt x="1949465" y="3802029"/>
                  <a:pt x="1954475" y="3780598"/>
                  <a:pt x="1958940" y="3755992"/>
                </a:cubicBezTo>
                <a:cubicBezTo>
                  <a:pt x="1963405" y="3731385"/>
                  <a:pt x="1967225" y="3703306"/>
                  <a:pt x="1970400" y="3671755"/>
                </a:cubicBezTo>
                <a:lnTo>
                  <a:pt x="2044219" y="3671755"/>
                </a:lnTo>
                <a:lnTo>
                  <a:pt x="2044219" y="3905713"/>
                </a:lnTo>
                <a:cubicBezTo>
                  <a:pt x="2044219" y="3907300"/>
                  <a:pt x="2044616" y="3908640"/>
                  <a:pt x="2045409" y="3909731"/>
                </a:cubicBezTo>
                <a:cubicBezTo>
                  <a:pt x="2046203" y="3910822"/>
                  <a:pt x="2047543" y="3911765"/>
                  <a:pt x="2049428" y="3912559"/>
                </a:cubicBezTo>
                <a:cubicBezTo>
                  <a:pt x="2051313" y="3913353"/>
                  <a:pt x="2053843" y="3913948"/>
                  <a:pt x="2057018" y="3914345"/>
                </a:cubicBezTo>
                <a:cubicBezTo>
                  <a:pt x="2060193" y="3914742"/>
                  <a:pt x="2064261" y="3914940"/>
                  <a:pt x="2069222" y="3914940"/>
                </a:cubicBezTo>
                <a:cubicBezTo>
                  <a:pt x="2073984" y="3914940"/>
                  <a:pt x="2077953" y="3914742"/>
                  <a:pt x="2081128" y="3914345"/>
                </a:cubicBezTo>
                <a:cubicBezTo>
                  <a:pt x="2084303" y="3913948"/>
                  <a:pt x="2086784" y="3913353"/>
                  <a:pt x="2088569" y="3912559"/>
                </a:cubicBezTo>
                <a:cubicBezTo>
                  <a:pt x="2090355" y="3911765"/>
                  <a:pt x="2091645" y="3910822"/>
                  <a:pt x="2092439" y="3909731"/>
                </a:cubicBezTo>
                <a:cubicBezTo>
                  <a:pt x="2093233" y="3908640"/>
                  <a:pt x="2093630" y="3907300"/>
                  <a:pt x="2093630" y="3905713"/>
                </a:cubicBezTo>
                <a:lnTo>
                  <a:pt x="2093630" y="3647942"/>
                </a:lnTo>
                <a:cubicBezTo>
                  <a:pt x="2093630" y="3641989"/>
                  <a:pt x="2092290" y="3637574"/>
                  <a:pt x="2089611" y="3634697"/>
                </a:cubicBezTo>
                <a:cubicBezTo>
                  <a:pt x="2086932" y="3631819"/>
                  <a:pt x="2083212" y="3630381"/>
                  <a:pt x="2078449" y="3630381"/>
                </a:cubicBezTo>
                <a:close/>
                <a:moveTo>
                  <a:pt x="869667" y="3630083"/>
                </a:moveTo>
                <a:cubicBezTo>
                  <a:pt x="868080" y="3630083"/>
                  <a:pt x="866691" y="3630530"/>
                  <a:pt x="865500" y="3631422"/>
                </a:cubicBezTo>
                <a:cubicBezTo>
                  <a:pt x="864309" y="3632315"/>
                  <a:pt x="863267" y="3633705"/>
                  <a:pt x="862375" y="3635590"/>
                </a:cubicBezTo>
                <a:cubicBezTo>
                  <a:pt x="861482" y="3637475"/>
                  <a:pt x="860787" y="3639807"/>
                  <a:pt x="860291" y="3642585"/>
                </a:cubicBezTo>
                <a:cubicBezTo>
                  <a:pt x="859795" y="3645363"/>
                  <a:pt x="859547" y="3648538"/>
                  <a:pt x="859547" y="3652110"/>
                </a:cubicBezTo>
                <a:cubicBezTo>
                  <a:pt x="859547" y="3656078"/>
                  <a:pt x="859795" y="3659501"/>
                  <a:pt x="860291" y="3662379"/>
                </a:cubicBezTo>
                <a:cubicBezTo>
                  <a:pt x="860787" y="3665256"/>
                  <a:pt x="861432" y="3667588"/>
                  <a:pt x="862226" y="3669374"/>
                </a:cubicBezTo>
                <a:cubicBezTo>
                  <a:pt x="863019" y="3671160"/>
                  <a:pt x="864061" y="3672499"/>
                  <a:pt x="865351" y="3673392"/>
                </a:cubicBezTo>
                <a:cubicBezTo>
                  <a:pt x="866641" y="3674285"/>
                  <a:pt x="868080" y="3674731"/>
                  <a:pt x="869667" y="3674731"/>
                </a:cubicBezTo>
                <a:lnTo>
                  <a:pt x="950034" y="3674731"/>
                </a:lnTo>
                <a:lnTo>
                  <a:pt x="950034" y="3905713"/>
                </a:lnTo>
                <a:cubicBezTo>
                  <a:pt x="950034" y="3907300"/>
                  <a:pt x="950382" y="3908640"/>
                  <a:pt x="951076" y="3909731"/>
                </a:cubicBezTo>
                <a:cubicBezTo>
                  <a:pt x="951771" y="3910822"/>
                  <a:pt x="953060" y="3911765"/>
                  <a:pt x="954946" y="3912559"/>
                </a:cubicBezTo>
                <a:cubicBezTo>
                  <a:pt x="956831" y="3913353"/>
                  <a:pt x="959361" y="3913948"/>
                  <a:pt x="962536" y="3914345"/>
                </a:cubicBezTo>
                <a:cubicBezTo>
                  <a:pt x="965711" y="3914742"/>
                  <a:pt x="969680" y="3914940"/>
                  <a:pt x="974442" y="3914940"/>
                </a:cubicBezTo>
                <a:cubicBezTo>
                  <a:pt x="979403" y="3914940"/>
                  <a:pt x="983471" y="3914742"/>
                  <a:pt x="986646" y="3914345"/>
                </a:cubicBezTo>
                <a:cubicBezTo>
                  <a:pt x="989821" y="3913948"/>
                  <a:pt x="992302" y="3913353"/>
                  <a:pt x="994087" y="3912559"/>
                </a:cubicBezTo>
                <a:cubicBezTo>
                  <a:pt x="995873" y="3911765"/>
                  <a:pt x="997163" y="3910822"/>
                  <a:pt x="997957" y="3909731"/>
                </a:cubicBezTo>
                <a:cubicBezTo>
                  <a:pt x="998751" y="3908640"/>
                  <a:pt x="999148" y="3907300"/>
                  <a:pt x="999148" y="3905713"/>
                </a:cubicBezTo>
                <a:lnTo>
                  <a:pt x="999148" y="3674731"/>
                </a:lnTo>
                <a:lnTo>
                  <a:pt x="1079515" y="3674731"/>
                </a:lnTo>
                <a:cubicBezTo>
                  <a:pt x="1081301" y="3674731"/>
                  <a:pt x="1082789" y="3674285"/>
                  <a:pt x="1083980" y="3673392"/>
                </a:cubicBezTo>
                <a:cubicBezTo>
                  <a:pt x="1085170" y="3672499"/>
                  <a:pt x="1086212" y="3671160"/>
                  <a:pt x="1087105" y="3669374"/>
                </a:cubicBezTo>
                <a:cubicBezTo>
                  <a:pt x="1087998" y="3667588"/>
                  <a:pt x="1088643" y="3665306"/>
                  <a:pt x="1089040" y="3662528"/>
                </a:cubicBezTo>
                <a:cubicBezTo>
                  <a:pt x="1089437" y="3659749"/>
                  <a:pt x="1089635" y="3656376"/>
                  <a:pt x="1089635" y="3652407"/>
                </a:cubicBezTo>
                <a:cubicBezTo>
                  <a:pt x="1089635" y="3648835"/>
                  <a:pt x="1089387" y="3645611"/>
                  <a:pt x="1088891" y="3642733"/>
                </a:cubicBezTo>
                <a:cubicBezTo>
                  <a:pt x="1088395" y="3639856"/>
                  <a:pt x="1087750" y="3637475"/>
                  <a:pt x="1086956" y="3635590"/>
                </a:cubicBezTo>
                <a:cubicBezTo>
                  <a:pt x="1086163" y="3633705"/>
                  <a:pt x="1085121" y="3632315"/>
                  <a:pt x="1083831" y="3631422"/>
                </a:cubicBezTo>
                <a:cubicBezTo>
                  <a:pt x="1082541" y="3630530"/>
                  <a:pt x="1081102" y="3630083"/>
                  <a:pt x="1079515" y="3630083"/>
                </a:cubicBezTo>
                <a:close/>
                <a:moveTo>
                  <a:pt x="3576851" y="3628595"/>
                </a:moveTo>
                <a:cubicBezTo>
                  <a:pt x="3570501" y="3628595"/>
                  <a:pt x="3565391" y="3628793"/>
                  <a:pt x="3561522" y="3629190"/>
                </a:cubicBezTo>
                <a:cubicBezTo>
                  <a:pt x="3557652" y="3629587"/>
                  <a:pt x="3554775" y="3630430"/>
                  <a:pt x="3552889" y="3631720"/>
                </a:cubicBezTo>
                <a:cubicBezTo>
                  <a:pt x="3551004" y="3633010"/>
                  <a:pt x="3550112" y="3634598"/>
                  <a:pt x="3550210" y="3636483"/>
                </a:cubicBezTo>
                <a:cubicBezTo>
                  <a:pt x="3550310" y="3638368"/>
                  <a:pt x="3551153" y="3640699"/>
                  <a:pt x="3552741" y="3643478"/>
                </a:cubicBezTo>
                <a:lnTo>
                  <a:pt x="3631620" y="3769386"/>
                </a:lnTo>
                <a:lnTo>
                  <a:pt x="3548276" y="3900057"/>
                </a:lnTo>
                <a:cubicBezTo>
                  <a:pt x="3546490" y="3902835"/>
                  <a:pt x="3545547" y="3905167"/>
                  <a:pt x="3545448" y="3907052"/>
                </a:cubicBezTo>
                <a:cubicBezTo>
                  <a:pt x="3545349" y="3908937"/>
                  <a:pt x="3546142" y="3910475"/>
                  <a:pt x="3547829" y="3911666"/>
                </a:cubicBezTo>
                <a:cubicBezTo>
                  <a:pt x="3549516" y="3912857"/>
                  <a:pt x="3552195" y="3913700"/>
                  <a:pt x="3555866" y="3914196"/>
                </a:cubicBezTo>
                <a:cubicBezTo>
                  <a:pt x="3559537" y="3914692"/>
                  <a:pt x="3564250" y="3914940"/>
                  <a:pt x="3570005" y="3914940"/>
                </a:cubicBezTo>
                <a:cubicBezTo>
                  <a:pt x="3575561" y="3914940"/>
                  <a:pt x="3580026" y="3914791"/>
                  <a:pt x="3583399" y="3914494"/>
                </a:cubicBezTo>
                <a:cubicBezTo>
                  <a:pt x="3586773" y="3914196"/>
                  <a:pt x="3589501" y="3913700"/>
                  <a:pt x="3591585" y="3913005"/>
                </a:cubicBezTo>
                <a:cubicBezTo>
                  <a:pt x="3593668" y="3912311"/>
                  <a:pt x="3595256" y="3911418"/>
                  <a:pt x="3596347" y="3910326"/>
                </a:cubicBezTo>
                <a:cubicBezTo>
                  <a:pt x="3597439" y="3909235"/>
                  <a:pt x="3598381" y="3907995"/>
                  <a:pt x="3599175" y="3906606"/>
                </a:cubicBezTo>
                <a:lnTo>
                  <a:pt x="3663171" y="3800342"/>
                </a:lnTo>
                <a:lnTo>
                  <a:pt x="3727465" y="3906606"/>
                </a:lnTo>
                <a:cubicBezTo>
                  <a:pt x="3728259" y="3907995"/>
                  <a:pt x="3729201" y="3909235"/>
                  <a:pt x="3730292" y="3910326"/>
                </a:cubicBezTo>
                <a:cubicBezTo>
                  <a:pt x="3731384" y="3911418"/>
                  <a:pt x="3732971" y="3912311"/>
                  <a:pt x="3735055" y="3913005"/>
                </a:cubicBezTo>
                <a:cubicBezTo>
                  <a:pt x="3737139" y="3913700"/>
                  <a:pt x="3739917" y="3914196"/>
                  <a:pt x="3743389" y="3914494"/>
                </a:cubicBezTo>
                <a:cubicBezTo>
                  <a:pt x="3746862" y="3914791"/>
                  <a:pt x="3751575" y="3914940"/>
                  <a:pt x="3757528" y="3914940"/>
                </a:cubicBezTo>
                <a:cubicBezTo>
                  <a:pt x="3763680" y="3914940"/>
                  <a:pt x="3768690" y="3914692"/>
                  <a:pt x="3772560" y="3914196"/>
                </a:cubicBezTo>
                <a:cubicBezTo>
                  <a:pt x="3776429" y="3913700"/>
                  <a:pt x="3779307" y="3912857"/>
                  <a:pt x="3781192" y="3911666"/>
                </a:cubicBezTo>
                <a:cubicBezTo>
                  <a:pt x="3783077" y="3910475"/>
                  <a:pt x="3784020" y="3908937"/>
                  <a:pt x="3784020" y="3907052"/>
                </a:cubicBezTo>
                <a:cubicBezTo>
                  <a:pt x="3784020" y="3905167"/>
                  <a:pt x="3783226" y="3902835"/>
                  <a:pt x="3781638" y="3900057"/>
                </a:cubicBezTo>
                <a:lnTo>
                  <a:pt x="3698890" y="3767898"/>
                </a:lnTo>
                <a:lnTo>
                  <a:pt x="3777173" y="3643478"/>
                </a:lnTo>
                <a:cubicBezTo>
                  <a:pt x="3778959" y="3640501"/>
                  <a:pt x="3779952" y="3638021"/>
                  <a:pt x="3780150" y="3636036"/>
                </a:cubicBezTo>
                <a:cubicBezTo>
                  <a:pt x="3780349" y="3634052"/>
                  <a:pt x="3779555" y="3632514"/>
                  <a:pt x="3777769" y="3631422"/>
                </a:cubicBezTo>
                <a:cubicBezTo>
                  <a:pt x="3775983" y="3630331"/>
                  <a:pt x="3773254" y="3629587"/>
                  <a:pt x="3769583" y="3629190"/>
                </a:cubicBezTo>
                <a:cubicBezTo>
                  <a:pt x="3765912" y="3628793"/>
                  <a:pt x="3761199" y="3628595"/>
                  <a:pt x="3755444" y="3628595"/>
                </a:cubicBezTo>
                <a:cubicBezTo>
                  <a:pt x="3750087" y="3628595"/>
                  <a:pt x="3745870" y="3628744"/>
                  <a:pt x="3742794" y="3629041"/>
                </a:cubicBezTo>
                <a:cubicBezTo>
                  <a:pt x="3739718" y="3629339"/>
                  <a:pt x="3737337" y="3629835"/>
                  <a:pt x="3735650" y="3630530"/>
                </a:cubicBezTo>
                <a:cubicBezTo>
                  <a:pt x="3733963" y="3631224"/>
                  <a:pt x="3732624" y="3632067"/>
                  <a:pt x="3731632" y="3633060"/>
                </a:cubicBezTo>
                <a:cubicBezTo>
                  <a:pt x="3730640" y="3634052"/>
                  <a:pt x="3729747" y="3635143"/>
                  <a:pt x="3728953" y="3636334"/>
                </a:cubicBezTo>
                <a:lnTo>
                  <a:pt x="3667041" y="3736049"/>
                </a:lnTo>
                <a:lnTo>
                  <a:pt x="3606021" y="3636334"/>
                </a:lnTo>
                <a:cubicBezTo>
                  <a:pt x="3605227" y="3634945"/>
                  <a:pt x="3604334" y="3633754"/>
                  <a:pt x="3603342" y="3632762"/>
                </a:cubicBezTo>
                <a:cubicBezTo>
                  <a:pt x="3602350" y="3631770"/>
                  <a:pt x="3600862" y="3630976"/>
                  <a:pt x="3598877" y="3630381"/>
                </a:cubicBezTo>
                <a:cubicBezTo>
                  <a:pt x="3596893" y="3629785"/>
                  <a:pt x="3594164" y="3629339"/>
                  <a:pt x="3590692" y="3629041"/>
                </a:cubicBezTo>
                <a:cubicBezTo>
                  <a:pt x="3587219" y="3628744"/>
                  <a:pt x="3582605" y="3628595"/>
                  <a:pt x="3576851" y="3628595"/>
                </a:cubicBezTo>
                <a:close/>
                <a:moveTo>
                  <a:pt x="3459277" y="3628595"/>
                </a:moveTo>
                <a:cubicBezTo>
                  <a:pt x="3454514" y="3628595"/>
                  <a:pt x="3450546" y="3628744"/>
                  <a:pt x="3447370" y="3629041"/>
                </a:cubicBezTo>
                <a:cubicBezTo>
                  <a:pt x="3444195" y="3629339"/>
                  <a:pt x="3441665" y="3629934"/>
                  <a:pt x="3439780" y="3630827"/>
                </a:cubicBezTo>
                <a:cubicBezTo>
                  <a:pt x="3437895" y="3631720"/>
                  <a:pt x="3436605" y="3632712"/>
                  <a:pt x="3435911" y="3633804"/>
                </a:cubicBezTo>
                <a:cubicBezTo>
                  <a:pt x="3435216" y="3634895"/>
                  <a:pt x="3434869" y="3636235"/>
                  <a:pt x="3434869" y="3637822"/>
                </a:cubicBezTo>
                <a:lnTo>
                  <a:pt x="3434869" y="3905713"/>
                </a:lnTo>
                <a:cubicBezTo>
                  <a:pt x="3434869" y="3907300"/>
                  <a:pt x="3435216" y="3908640"/>
                  <a:pt x="3435911" y="3909731"/>
                </a:cubicBezTo>
                <a:cubicBezTo>
                  <a:pt x="3436605" y="3910822"/>
                  <a:pt x="3437895" y="3911765"/>
                  <a:pt x="3439780" y="3912559"/>
                </a:cubicBezTo>
                <a:cubicBezTo>
                  <a:pt x="3441665" y="3913353"/>
                  <a:pt x="3444195" y="3913948"/>
                  <a:pt x="3447370" y="3914345"/>
                </a:cubicBezTo>
                <a:cubicBezTo>
                  <a:pt x="3450546" y="3914742"/>
                  <a:pt x="3454514" y="3914940"/>
                  <a:pt x="3459277" y="3914940"/>
                </a:cubicBezTo>
                <a:cubicBezTo>
                  <a:pt x="3464237" y="3914940"/>
                  <a:pt x="3468305" y="3914742"/>
                  <a:pt x="3471480" y="3914345"/>
                </a:cubicBezTo>
                <a:cubicBezTo>
                  <a:pt x="3474656" y="3913948"/>
                  <a:pt x="3477136" y="3913353"/>
                  <a:pt x="3478922" y="3912559"/>
                </a:cubicBezTo>
                <a:cubicBezTo>
                  <a:pt x="3480708" y="3911765"/>
                  <a:pt x="3481997" y="3910822"/>
                  <a:pt x="3482791" y="3909731"/>
                </a:cubicBezTo>
                <a:cubicBezTo>
                  <a:pt x="3483585" y="3908640"/>
                  <a:pt x="3483982" y="3907300"/>
                  <a:pt x="3483982" y="3905713"/>
                </a:cubicBezTo>
                <a:lnTo>
                  <a:pt x="3483982" y="3637822"/>
                </a:lnTo>
                <a:cubicBezTo>
                  <a:pt x="3483982" y="3636235"/>
                  <a:pt x="3483585" y="3634895"/>
                  <a:pt x="3482791" y="3633804"/>
                </a:cubicBezTo>
                <a:cubicBezTo>
                  <a:pt x="3481997" y="3632712"/>
                  <a:pt x="3480708" y="3631720"/>
                  <a:pt x="3478922" y="3630827"/>
                </a:cubicBezTo>
                <a:cubicBezTo>
                  <a:pt x="3477136" y="3629934"/>
                  <a:pt x="3474656" y="3629339"/>
                  <a:pt x="3471480" y="3629041"/>
                </a:cubicBezTo>
                <a:cubicBezTo>
                  <a:pt x="3468305" y="3628744"/>
                  <a:pt x="3464237" y="3628595"/>
                  <a:pt x="3459277" y="3628595"/>
                </a:cubicBezTo>
                <a:close/>
                <a:moveTo>
                  <a:pt x="3192874" y="3628595"/>
                </a:moveTo>
                <a:cubicBezTo>
                  <a:pt x="3188310" y="3628595"/>
                  <a:pt x="3184490" y="3628744"/>
                  <a:pt x="3181414" y="3629041"/>
                </a:cubicBezTo>
                <a:cubicBezTo>
                  <a:pt x="3178339" y="3629339"/>
                  <a:pt x="3175858" y="3629934"/>
                  <a:pt x="3173973" y="3630827"/>
                </a:cubicBezTo>
                <a:cubicBezTo>
                  <a:pt x="3172088" y="3631720"/>
                  <a:pt x="3170798" y="3632712"/>
                  <a:pt x="3170103" y="3633804"/>
                </a:cubicBezTo>
                <a:cubicBezTo>
                  <a:pt x="3169409" y="3634895"/>
                  <a:pt x="3169062" y="3636235"/>
                  <a:pt x="3169062" y="3637822"/>
                </a:cubicBezTo>
                <a:lnTo>
                  <a:pt x="3169062" y="3886960"/>
                </a:lnTo>
                <a:cubicBezTo>
                  <a:pt x="3169062" y="3895890"/>
                  <a:pt x="3171046" y="3902538"/>
                  <a:pt x="3175015" y="3906903"/>
                </a:cubicBezTo>
                <a:cubicBezTo>
                  <a:pt x="3178983" y="3911269"/>
                  <a:pt x="3185135" y="3913948"/>
                  <a:pt x="3193469" y="3914940"/>
                </a:cubicBezTo>
                <a:cubicBezTo>
                  <a:pt x="3198629" y="3915535"/>
                  <a:pt x="3203739" y="3916031"/>
                  <a:pt x="3208799" y="3916428"/>
                </a:cubicBezTo>
                <a:cubicBezTo>
                  <a:pt x="3213859" y="3916825"/>
                  <a:pt x="3218969" y="3917173"/>
                  <a:pt x="3224128" y="3917470"/>
                </a:cubicBezTo>
                <a:cubicBezTo>
                  <a:pt x="3229288" y="3917768"/>
                  <a:pt x="3234546" y="3917966"/>
                  <a:pt x="3239904" y="3918066"/>
                </a:cubicBezTo>
                <a:cubicBezTo>
                  <a:pt x="3245262" y="3918165"/>
                  <a:pt x="3250619" y="3918214"/>
                  <a:pt x="3255977" y="3918214"/>
                </a:cubicBezTo>
                <a:cubicBezTo>
                  <a:pt x="3278798" y="3918214"/>
                  <a:pt x="3298344" y="3915684"/>
                  <a:pt x="3314616" y="3910624"/>
                </a:cubicBezTo>
                <a:cubicBezTo>
                  <a:pt x="3330887" y="3905564"/>
                  <a:pt x="3344233" y="3898668"/>
                  <a:pt x="3354651" y="3889937"/>
                </a:cubicBezTo>
                <a:cubicBezTo>
                  <a:pt x="3365068" y="3881206"/>
                  <a:pt x="3372708" y="3870887"/>
                  <a:pt x="3377570" y="3858981"/>
                </a:cubicBezTo>
                <a:cubicBezTo>
                  <a:pt x="3382431" y="3847074"/>
                  <a:pt x="3384862" y="3834275"/>
                  <a:pt x="3384862" y="3820583"/>
                </a:cubicBezTo>
                <a:cubicBezTo>
                  <a:pt x="3384862" y="3806891"/>
                  <a:pt x="3382580" y="3794538"/>
                  <a:pt x="3378017" y="3783525"/>
                </a:cubicBezTo>
                <a:cubicBezTo>
                  <a:pt x="3373453" y="3772512"/>
                  <a:pt x="3366259" y="3763036"/>
                  <a:pt x="3356436" y="3755099"/>
                </a:cubicBezTo>
                <a:cubicBezTo>
                  <a:pt x="3346614" y="3747161"/>
                  <a:pt x="3334162" y="3741059"/>
                  <a:pt x="3319080" y="3736793"/>
                </a:cubicBezTo>
                <a:cubicBezTo>
                  <a:pt x="3303999" y="3732526"/>
                  <a:pt x="3285842" y="3730393"/>
                  <a:pt x="3264609" y="3730393"/>
                </a:cubicBezTo>
                <a:cubicBezTo>
                  <a:pt x="3255878" y="3730393"/>
                  <a:pt x="3247792" y="3730542"/>
                  <a:pt x="3240351" y="3730840"/>
                </a:cubicBezTo>
                <a:cubicBezTo>
                  <a:pt x="3232909" y="3731137"/>
                  <a:pt x="3225517" y="3731584"/>
                  <a:pt x="3218175" y="3732179"/>
                </a:cubicBezTo>
                <a:lnTo>
                  <a:pt x="3218175" y="3637822"/>
                </a:lnTo>
                <a:cubicBezTo>
                  <a:pt x="3218175" y="3634647"/>
                  <a:pt x="3216339" y="3632315"/>
                  <a:pt x="3212668" y="3630827"/>
                </a:cubicBezTo>
                <a:cubicBezTo>
                  <a:pt x="3208997" y="3629339"/>
                  <a:pt x="3202399" y="3628595"/>
                  <a:pt x="3192874" y="3628595"/>
                </a:cubicBezTo>
                <a:close/>
                <a:moveTo>
                  <a:pt x="2869619" y="3628595"/>
                </a:moveTo>
                <a:cubicBezTo>
                  <a:pt x="2864857" y="3628595"/>
                  <a:pt x="2860888" y="3628744"/>
                  <a:pt x="2857713" y="3629041"/>
                </a:cubicBezTo>
                <a:cubicBezTo>
                  <a:pt x="2854538" y="3629339"/>
                  <a:pt x="2852008" y="3629934"/>
                  <a:pt x="2850123" y="3630827"/>
                </a:cubicBezTo>
                <a:cubicBezTo>
                  <a:pt x="2848238" y="3631720"/>
                  <a:pt x="2846948" y="3632712"/>
                  <a:pt x="2846253" y="3633804"/>
                </a:cubicBezTo>
                <a:cubicBezTo>
                  <a:pt x="2845559" y="3634895"/>
                  <a:pt x="2845212" y="3636235"/>
                  <a:pt x="2845212" y="3637822"/>
                </a:cubicBezTo>
                <a:lnTo>
                  <a:pt x="2845212" y="3905713"/>
                </a:lnTo>
                <a:cubicBezTo>
                  <a:pt x="2845212" y="3907300"/>
                  <a:pt x="2845559" y="3908640"/>
                  <a:pt x="2846253" y="3909731"/>
                </a:cubicBezTo>
                <a:cubicBezTo>
                  <a:pt x="2846948" y="3910822"/>
                  <a:pt x="2848238" y="3911765"/>
                  <a:pt x="2850123" y="3912559"/>
                </a:cubicBezTo>
                <a:cubicBezTo>
                  <a:pt x="2852008" y="3913353"/>
                  <a:pt x="2854538" y="3913948"/>
                  <a:pt x="2857713" y="3914345"/>
                </a:cubicBezTo>
                <a:cubicBezTo>
                  <a:pt x="2860888" y="3914742"/>
                  <a:pt x="2864857" y="3914940"/>
                  <a:pt x="2869619" y="3914940"/>
                </a:cubicBezTo>
                <a:cubicBezTo>
                  <a:pt x="2874581" y="3914940"/>
                  <a:pt x="2878648" y="3914742"/>
                  <a:pt x="2881824" y="3914345"/>
                </a:cubicBezTo>
                <a:cubicBezTo>
                  <a:pt x="2884999" y="3913948"/>
                  <a:pt x="2887479" y="3913353"/>
                  <a:pt x="2889265" y="3912559"/>
                </a:cubicBezTo>
                <a:cubicBezTo>
                  <a:pt x="2891051" y="3911765"/>
                  <a:pt x="2892340" y="3910822"/>
                  <a:pt x="2893134" y="3909731"/>
                </a:cubicBezTo>
                <a:cubicBezTo>
                  <a:pt x="2893928" y="3908640"/>
                  <a:pt x="2894325" y="3907300"/>
                  <a:pt x="2894325" y="3905713"/>
                </a:cubicBezTo>
                <a:lnTo>
                  <a:pt x="2894325" y="3788139"/>
                </a:lnTo>
                <a:lnTo>
                  <a:pt x="3030949" y="3788139"/>
                </a:lnTo>
                <a:lnTo>
                  <a:pt x="3030949" y="3905713"/>
                </a:lnTo>
                <a:cubicBezTo>
                  <a:pt x="3030949" y="3907300"/>
                  <a:pt x="3031346" y="3908640"/>
                  <a:pt x="3032140" y="3909731"/>
                </a:cubicBezTo>
                <a:cubicBezTo>
                  <a:pt x="3032934" y="3910822"/>
                  <a:pt x="3034224" y="3911765"/>
                  <a:pt x="3036009" y="3912559"/>
                </a:cubicBezTo>
                <a:cubicBezTo>
                  <a:pt x="3037795" y="3913353"/>
                  <a:pt x="3040276" y="3913948"/>
                  <a:pt x="3043451" y="3914345"/>
                </a:cubicBezTo>
                <a:cubicBezTo>
                  <a:pt x="3046626" y="3914742"/>
                  <a:pt x="3050694" y="3914940"/>
                  <a:pt x="3055655" y="3914940"/>
                </a:cubicBezTo>
                <a:cubicBezTo>
                  <a:pt x="3060417" y="3914940"/>
                  <a:pt x="3064386" y="3914742"/>
                  <a:pt x="3067561" y="3914345"/>
                </a:cubicBezTo>
                <a:cubicBezTo>
                  <a:pt x="3070736" y="3913948"/>
                  <a:pt x="3073217" y="3913353"/>
                  <a:pt x="3075002" y="3912559"/>
                </a:cubicBezTo>
                <a:cubicBezTo>
                  <a:pt x="3076788" y="3911765"/>
                  <a:pt x="3078078" y="3910822"/>
                  <a:pt x="3078872" y="3909731"/>
                </a:cubicBezTo>
                <a:cubicBezTo>
                  <a:pt x="3079666" y="3908640"/>
                  <a:pt x="3080063" y="3907300"/>
                  <a:pt x="3080063" y="3905713"/>
                </a:cubicBezTo>
                <a:lnTo>
                  <a:pt x="3080063" y="3637822"/>
                </a:lnTo>
                <a:cubicBezTo>
                  <a:pt x="3080063" y="3636235"/>
                  <a:pt x="3079666" y="3634895"/>
                  <a:pt x="3078872" y="3633804"/>
                </a:cubicBezTo>
                <a:cubicBezTo>
                  <a:pt x="3078078" y="3632712"/>
                  <a:pt x="3076788" y="3631720"/>
                  <a:pt x="3075002" y="3630827"/>
                </a:cubicBezTo>
                <a:cubicBezTo>
                  <a:pt x="3073217" y="3629934"/>
                  <a:pt x="3070736" y="3629339"/>
                  <a:pt x="3067561" y="3629041"/>
                </a:cubicBezTo>
                <a:cubicBezTo>
                  <a:pt x="3064386" y="3628744"/>
                  <a:pt x="3060417" y="3628595"/>
                  <a:pt x="3055655" y="3628595"/>
                </a:cubicBezTo>
                <a:cubicBezTo>
                  <a:pt x="3050694" y="3628595"/>
                  <a:pt x="3046626" y="3628744"/>
                  <a:pt x="3043451" y="3629041"/>
                </a:cubicBezTo>
                <a:cubicBezTo>
                  <a:pt x="3040276" y="3629339"/>
                  <a:pt x="3037795" y="3629934"/>
                  <a:pt x="3036009" y="3630827"/>
                </a:cubicBezTo>
                <a:cubicBezTo>
                  <a:pt x="3034224" y="3631720"/>
                  <a:pt x="3032934" y="3632712"/>
                  <a:pt x="3032140" y="3633804"/>
                </a:cubicBezTo>
                <a:cubicBezTo>
                  <a:pt x="3031346" y="3634895"/>
                  <a:pt x="3030949" y="3636235"/>
                  <a:pt x="3030949" y="3637822"/>
                </a:cubicBezTo>
                <a:lnTo>
                  <a:pt x="3030949" y="3746764"/>
                </a:lnTo>
                <a:lnTo>
                  <a:pt x="2894325" y="3746764"/>
                </a:lnTo>
                <a:lnTo>
                  <a:pt x="2894325" y="3637822"/>
                </a:lnTo>
                <a:cubicBezTo>
                  <a:pt x="2894325" y="3636235"/>
                  <a:pt x="2893928" y="3634895"/>
                  <a:pt x="2893134" y="3633804"/>
                </a:cubicBezTo>
                <a:cubicBezTo>
                  <a:pt x="2892340" y="3632712"/>
                  <a:pt x="2891051" y="3631720"/>
                  <a:pt x="2889265" y="3630827"/>
                </a:cubicBezTo>
                <a:cubicBezTo>
                  <a:pt x="2887479" y="3629934"/>
                  <a:pt x="2884999" y="3629339"/>
                  <a:pt x="2881824" y="3629041"/>
                </a:cubicBezTo>
                <a:cubicBezTo>
                  <a:pt x="2878648" y="3628744"/>
                  <a:pt x="2874581" y="3628595"/>
                  <a:pt x="2869619" y="3628595"/>
                </a:cubicBezTo>
                <a:close/>
                <a:moveTo>
                  <a:pt x="2545770" y="3628595"/>
                </a:moveTo>
                <a:cubicBezTo>
                  <a:pt x="2541007" y="3628595"/>
                  <a:pt x="2537038" y="3628744"/>
                  <a:pt x="2533863" y="3629041"/>
                </a:cubicBezTo>
                <a:cubicBezTo>
                  <a:pt x="2530688" y="3629339"/>
                  <a:pt x="2528158" y="3629934"/>
                  <a:pt x="2526273" y="3630827"/>
                </a:cubicBezTo>
                <a:cubicBezTo>
                  <a:pt x="2524388" y="3631720"/>
                  <a:pt x="2523098" y="3632712"/>
                  <a:pt x="2522404" y="3633804"/>
                </a:cubicBezTo>
                <a:cubicBezTo>
                  <a:pt x="2521709" y="3634895"/>
                  <a:pt x="2521362" y="3636235"/>
                  <a:pt x="2521362" y="3637822"/>
                </a:cubicBezTo>
                <a:lnTo>
                  <a:pt x="2521362" y="3905713"/>
                </a:lnTo>
                <a:cubicBezTo>
                  <a:pt x="2521362" y="3907300"/>
                  <a:pt x="2521709" y="3908640"/>
                  <a:pt x="2522404" y="3909731"/>
                </a:cubicBezTo>
                <a:cubicBezTo>
                  <a:pt x="2523098" y="3910822"/>
                  <a:pt x="2524388" y="3911765"/>
                  <a:pt x="2526273" y="3912559"/>
                </a:cubicBezTo>
                <a:cubicBezTo>
                  <a:pt x="2528158" y="3913353"/>
                  <a:pt x="2530688" y="3913948"/>
                  <a:pt x="2533863" y="3914345"/>
                </a:cubicBezTo>
                <a:cubicBezTo>
                  <a:pt x="2537038" y="3914742"/>
                  <a:pt x="2541007" y="3914940"/>
                  <a:pt x="2545770" y="3914940"/>
                </a:cubicBezTo>
                <a:cubicBezTo>
                  <a:pt x="2550730" y="3914940"/>
                  <a:pt x="2554798" y="3914742"/>
                  <a:pt x="2557973" y="3914345"/>
                </a:cubicBezTo>
                <a:cubicBezTo>
                  <a:pt x="2561149" y="3913948"/>
                  <a:pt x="2563629" y="3913353"/>
                  <a:pt x="2565415" y="3912559"/>
                </a:cubicBezTo>
                <a:cubicBezTo>
                  <a:pt x="2567201" y="3911765"/>
                  <a:pt x="2568491" y="3910822"/>
                  <a:pt x="2569284" y="3909731"/>
                </a:cubicBezTo>
                <a:cubicBezTo>
                  <a:pt x="2570078" y="3908640"/>
                  <a:pt x="2570475" y="3907300"/>
                  <a:pt x="2570475" y="3905713"/>
                </a:cubicBezTo>
                <a:lnTo>
                  <a:pt x="2570475" y="3788139"/>
                </a:lnTo>
                <a:lnTo>
                  <a:pt x="2707099" y="3788139"/>
                </a:lnTo>
                <a:lnTo>
                  <a:pt x="2707099" y="3905713"/>
                </a:lnTo>
                <a:cubicBezTo>
                  <a:pt x="2707099" y="3907300"/>
                  <a:pt x="2707496" y="3908640"/>
                  <a:pt x="2708290" y="3909731"/>
                </a:cubicBezTo>
                <a:cubicBezTo>
                  <a:pt x="2709084" y="3910822"/>
                  <a:pt x="2710374" y="3911765"/>
                  <a:pt x="2712159" y="3912559"/>
                </a:cubicBezTo>
                <a:cubicBezTo>
                  <a:pt x="2713945" y="3913353"/>
                  <a:pt x="2716426" y="3913948"/>
                  <a:pt x="2719601" y="3914345"/>
                </a:cubicBezTo>
                <a:cubicBezTo>
                  <a:pt x="2722776" y="3914742"/>
                  <a:pt x="2726844" y="3914940"/>
                  <a:pt x="2731805" y="3914940"/>
                </a:cubicBezTo>
                <a:cubicBezTo>
                  <a:pt x="2736567" y="3914940"/>
                  <a:pt x="2740536" y="3914742"/>
                  <a:pt x="2743711" y="3914345"/>
                </a:cubicBezTo>
                <a:cubicBezTo>
                  <a:pt x="2746886" y="3913948"/>
                  <a:pt x="2749366" y="3913353"/>
                  <a:pt x="2751152" y="3912559"/>
                </a:cubicBezTo>
                <a:cubicBezTo>
                  <a:pt x="2752938" y="3911765"/>
                  <a:pt x="2754228" y="3910822"/>
                  <a:pt x="2755022" y="3909731"/>
                </a:cubicBezTo>
                <a:cubicBezTo>
                  <a:pt x="2755816" y="3908640"/>
                  <a:pt x="2756213" y="3907300"/>
                  <a:pt x="2756213" y="3905713"/>
                </a:cubicBezTo>
                <a:lnTo>
                  <a:pt x="2756213" y="3637822"/>
                </a:lnTo>
                <a:cubicBezTo>
                  <a:pt x="2756213" y="3636235"/>
                  <a:pt x="2755816" y="3634895"/>
                  <a:pt x="2755022" y="3633804"/>
                </a:cubicBezTo>
                <a:cubicBezTo>
                  <a:pt x="2754228" y="3632712"/>
                  <a:pt x="2752938" y="3631720"/>
                  <a:pt x="2751152" y="3630827"/>
                </a:cubicBezTo>
                <a:cubicBezTo>
                  <a:pt x="2749366" y="3629934"/>
                  <a:pt x="2746886" y="3629339"/>
                  <a:pt x="2743711" y="3629041"/>
                </a:cubicBezTo>
                <a:cubicBezTo>
                  <a:pt x="2740536" y="3628744"/>
                  <a:pt x="2736567" y="3628595"/>
                  <a:pt x="2731805" y="3628595"/>
                </a:cubicBezTo>
                <a:cubicBezTo>
                  <a:pt x="2726844" y="3628595"/>
                  <a:pt x="2722776" y="3628744"/>
                  <a:pt x="2719601" y="3629041"/>
                </a:cubicBezTo>
                <a:cubicBezTo>
                  <a:pt x="2716426" y="3629339"/>
                  <a:pt x="2713945" y="3629934"/>
                  <a:pt x="2712159" y="3630827"/>
                </a:cubicBezTo>
                <a:cubicBezTo>
                  <a:pt x="2710374" y="3631720"/>
                  <a:pt x="2709084" y="3632712"/>
                  <a:pt x="2708290" y="3633804"/>
                </a:cubicBezTo>
                <a:cubicBezTo>
                  <a:pt x="2707496" y="3634895"/>
                  <a:pt x="2707099" y="3636235"/>
                  <a:pt x="2707099" y="3637822"/>
                </a:cubicBezTo>
                <a:lnTo>
                  <a:pt x="2707099" y="3746764"/>
                </a:lnTo>
                <a:lnTo>
                  <a:pt x="2570475" y="3746764"/>
                </a:lnTo>
                <a:lnTo>
                  <a:pt x="2570475" y="3637822"/>
                </a:lnTo>
                <a:cubicBezTo>
                  <a:pt x="2570475" y="3636235"/>
                  <a:pt x="2570078" y="3634895"/>
                  <a:pt x="2569284" y="3633804"/>
                </a:cubicBezTo>
                <a:cubicBezTo>
                  <a:pt x="2568491" y="3632712"/>
                  <a:pt x="2567201" y="3631720"/>
                  <a:pt x="2565415" y="3630827"/>
                </a:cubicBezTo>
                <a:cubicBezTo>
                  <a:pt x="2563629" y="3629934"/>
                  <a:pt x="2561149" y="3629339"/>
                  <a:pt x="2557973" y="3629041"/>
                </a:cubicBezTo>
                <a:cubicBezTo>
                  <a:pt x="2554798" y="3628744"/>
                  <a:pt x="2550730" y="3628595"/>
                  <a:pt x="2545770" y="3628595"/>
                </a:cubicBezTo>
                <a:close/>
                <a:moveTo>
                  <a:pt x="2212097" y="3628595"/>
                </a:moveTo>
                <a:cubicBezTo>
                  <a:pt x="2207533" y="3628595"/>
                  <a:pt x="2203663" y="3628744"/>
                  <a:pt x="2200488" y="3629041"/>
                </a:cubicBezTo>
                <a:cubicBezTo>
                  <a:pt x="2197313" y="3629339"/>
                  <a:pt x="2194783" y="3629885"/>
                  <a:pt x="2192898" y="3630678"/>
                </a:cubicBezTo>
                <a:cubicBezTo>
                  <a:pt x="2191013" y="3631472"/>
                  <a:pt x="2189723" y="3632464"/>
                  <a:pt x="2189028" y="3633655"/>
                </a:cubicBezTo>
                <a:cubicBezTo>
                  <a:pt x="2188334" y="3634846"/>
                  <a:pt x="2187987" y="3636135"/>
                  <a:pt x="2187987" y="3637524"/>
                </a:cubicBezTo>
                <a:lnTo>
                  <a:pt x="2187987" y="3906010"/>
                </a:lnTo>
                <a:cubicBezTo>
                  <a:pt x="2187987" y="3907399"/>
                  <a:pt x="2188334" y="3908689"/>
                  <a:pt x="2189028" y="3909880"/>
                </a:cubicBezTo>
                <a:cubicBezTo>
                  <a:pt x="2189723" y="3911071"/>
                  <a:pt x="2190914" y="3912013"/>
                  <a:pt x="2192600" y="3912708"/>
                </a:cubicBezTo>
                <a:cubicBezTo>
                  <a:pt x="2194287" y="3913402"/>
                  <a:pt x="2196519" y="3913948"/>
                  <a:pt x="2199298" y="3914345"/>
                </a:cubicBezTo>
                <a:cubicBezTo>
                  <a:pt x="2202076" y="3914742"/>
                  <a:pt x="2205648" y="3914940"/>
                  <a:pt x="2210013" y="3914940"/>
                </a:cubicBezTo>
                <a:cubicBezTo>
                  <a:pt x="2213784" y="3914940"/>
                  <a:pt x="2216959" y="3914791"/>
                  <a:pt x="2219538" y="3914494"/>
                </a:cubicBezTo>
                <a:cubicBezTo>
                  <a:pt x="2222118" y="3914196"/>
                  <a:pt x="2224251" y="3913700"/>
                  <a:pt x="2225938" y="3913005"/>
                </a:cubicBezTo>
                <a:cubicBezTo>
                  <a:pt x="2227624" y="3912311"/>
                  <a:pt x="2229014" y="3911368"/>
                  <a:pt x="2230105" y="3910178"/>
                </a:cubicBezTo>
                <a:cubicBezTo>
                  <a:pt x="2231196" y="3908987"/>
                  <a:pt x="2232437" y="3907598"/>
                  <a:pt x="2233826" y="3906010"/>
                </a:cubicBezTo>
                <a:lnTo>
                  <a:pt x="2347531" y="3750634"/>
                </a:lnTo>
                <a:cubicBezTo>
                  <a:pt x="2353087" y="3743093"/>
                  <a:pt x="2358593" y="3735503"/>
                  <a:pt x="2364050" y="3727863"/>
                </a:cubicBezTo>
                <a:cubicBezTo>
                  <a:pt x="2369508" y="3720223"/>
                  <a:pt x="2374518" y="3712435"/>
                  <a:pt x="2379082" y="3704497"/>
                </a:cubicBezTo>
                <a:cubicBezTo>
                  <a:pt x="2378487" y="3712236"/>
                  <a:pt x="2377991" y="3720124"/>
                  <a:pt x="2377594" y="3728161"/>
                </a:cubicBezTo>
                <a:cubicBezTo>
                  <a:pt x="2377197" y="3736197"/>
                  <a:pt x="2376999" y="3744085"/>
                  <a:pt x="2376999" y="3751824"/>
                </a:cubicBezTo>
                <a:lnTo>
                  <a:pt x="2376999" y="3906010"/>
                </a:lnTo>
                <a:cubicBezTo>
                  <a:pt x="2376999" y="3907399"/>
                  <a:pt x="2377395" y="3908689"/>
                  <a:pt x="2378189" y="3909880"/>
                </a:cubicBezTo>
                <a:cubicBezTo>
                  <a:pt x="2378983" y="3911071"/>
                  <a:pt x="2380372" y="3912013"/>
                  <a:pt x="2382356" y="3912708"/>
                </a:cubicBezTo>
                <a:cubicBezTo>
                  <a:pt x="2384340" y="3913402"/>
                  <a:pt x="2386920" y="3913948"/>
                  <a:pt x="2390095" y="3914345"/>
                </a:cubicBezTo>
                <a:cubicBezTo>
                  <a:pt x="2393270" y="3914742"/>
                  <a:pt x="2397239" y="3914940"/>
                  <a:pt x="2402001" y="3914940"/>
                </a:cubicBezTo>
                <a:cubicBezTo>
                  <a:pt x="2406764" y="3914940"/>
                  <a:pt x="2410733" y="3914742"/>
                  <a:pt x="2413908" y="3914345"/>
                </a:cubicBezTo>
                <a:cubicBezTo>
                  <a:pt x="2417083" y="3913948"/>
                  <a:pt x="2419563" y="3913402"/>
                  <a:pt x="2421349" y="3912708"/>
                </a:cubicBezTo>
                <a:cubicBezTo>
                  <a:pt x="2423135" y="3912013"/>
                  <a:pt x="2424425" y="3911071"/>
                  <a:pt x="2425219" y="3909880"/>
                </a:cubicBezTo>
                <a:cubicBezTo>
                  <a:pt x="2426012" y="3908689"/>
                  <a:pt x="2426409" y="3907399"/>
                  <a:pt x="2426409" y="3906010"/>
                </a:cubicBezTo>
                <a:lnTo>
                  <a:pt x="2426409" y="3637822"/>
                </a:lnTo>
                <a:cubicBezTo>
                  <a:pt x="2426409" y="3636235"/>
                  <a:pt x="2426062" y="3634846"/>
                  <a:pt x="2425367" y="3633655"/>
                </a:cubicBezTo>
                <a:cubicBezTo>
                  <a:pt x="2424673" y="3632464"/>
                  <a:pt x="2423482" y="3631472"/>
                  <a:pt x="2421796" y="3630678"/>
                </a:cubicBezTo>
                <a:cubicBezTo>
                  <a:pt x="2420109" y="3629885"/>
                  <a:pt x="2417827" y="3629339"/>
                  <a:pt x="2414949" y="3629041"/>
                </a:cubicBezTo>
                <a:cubicBezTo>
                  <a:pt x="2412072" y="3628744"/>
                  <a:pt x="2408550" y="3628595"/>
                  <a:pt x="2404383" y="3628595"/>
                </a:cubicBezTo>
                <a:cubicBezTo>
                  <a:pt x="2400215" y="3628595"/>
                  <a:pt x="2396842" y="3628744"/>
                  <a:pt x="2394262" y="3629041"/>
                </a:cubicBezTo>
                <a:cubicBezTo>
                  <a:pt x="2391683" y="3629339"/>
                  <a:pt x="2389450" y="3629835"/>
                  <a:pt x="2387565" y="3630530"/>
                </a:cubicBezTo>
                <a:cubicBezTo>
                  <a:pt x="2385680" y="3631224"/>
                  <a:pt x="2384092" y="3632167"/>
                  <a:pt x="2382803" y="3633357"/>
                </a:cubicBezTo>
                <a:cubicBezTo>
                  <a:pt x="2381513" y="3634548"/>
                  <a:pt x="2380273" y="3635937"/>
                  <a:pt x="2379082" y="3637524"/>
                </a:cubicBezTo>
                <a:lnTo>
                  <a:pt x="2263889" y="3794985"/>
                </a:lnTo>
                <a:cubicBezTo>
                  <a:pt x="2258531" y="3801930"/>
                  <a:pt x="2253521" y="3809024"/>
                  <a:pt x="2248857" y="3816267"/>
                </a:cubicBezTo>
                <a:cubicBezTo>
                  <a:pt x="2244194" y="3823510"/>
                  <a:pt x="2239581" y="3830902"/>
                  <a:pt x="2235017" y="3838442"/>
                </a:cubicBezTo>
                <a:cubicBezTo>
                  <a:pt x="2235612" y="3830902"/>
                  <a:pt x="2236108" y="3823312"/>
                  <a:pt x="2236505" y="3815672"/>
                </a:cubicBezTo>
                <a:cubicBezTo>
                  <a:pt x="2236902" y="3808032"/>
                  <a:pt x="2237100" y="3800342"/>
                  <a:pt x="2237100" y="3792603"/>
                </a:cubicBezTo>
                <a:lnTo>
                  <a:pt x="2237100" y="3637524"/>
                </a:lnTo>
                <a:cubicBezTo>
                  <a:pt x="2237100" y="3634548"/>
                  <a:pt x="2235314" y="3632315"/>
                  <a:pt x="2231742" y="3630827"/>
                </a:cubicBezTo>
                <a:cubicBezTo>
                  <a:pt x="2228170" y="3629339"/>
                  <a:pt x="2221622" y="3628595"/>
                  <a:pt x="2212097" y="3628595"/>
                </a:cubicBezTo>
                <a:close/>
                <a:moveTo>
                  <a:pt x="1164644" y="3628595"/>
                </a:moveTo>
                <a:cubicBezTo>
                  <a:pt x="1159882" y="3628595"/>
                  <a:pt x="1155913" y="3628744"/>
                  <a:pt x="1152738" y="3629041"/>
                </a:cubicBezTo>
                <a:cubicBezTo>
                  <a:pt x="1149563" y="3629339"/>
                  <a:pt x="1147033" y="3629934"/>
                  <a:pt x="1145148" y="3630827"/>
                </a:cubicBezTo>
                <a:cubicBezTo>
                  <a:pt x="1143263" y="3631720"/>
                  <a:pt x="1141973" y="3632712"/>
                  <a:pt x="1141279" y="3633804"/>
                </a:cubicBezTo>
                <a:cubicBezTo>
                  <a:pt x="1140584" y="3634895"/>
                  <a:pt x="1140237" y="3636235"/>
                  <a:pt x="1140237" y="3637822"/>
                </a:cubicBezTo>
                <a:lnTo>
                  <a:pt x="1140237" y="3886960"/>
                </a:lnTo>
                <a:cubicBezTo>
                  <a:pt x="1140237" y="3895890"/>
                  <a:pt x="1142221" y="3902538"/>
                  <a:pt x="1146190" y="3906903"/>
                </a:cubicBezTo>
                <a:cubicBezTo>
                  <a:pt x="1150159" y="3911269"/>
                  <a:pt x="1156310" y="3913948"/>
                  <a:pt x="1164644" y="3914940"/>
                </a:cubicBezTo>
                <a:cubicBezTo>
                  <a:pt x="1169804" y="3915535"/>
                  <a:pt x="1175063" y="3916031"/>
                  <a:pt x="1180420" y="3916428"/>
                </a:cubicBezTo>
                <a:cubicBezTo>
                  <a:pt x="1185778" y="3916825"/>
                  <a:pt x="1191235" y="3917173"/>
                  <a:pt x="1196791" y="3917470"/>
                </a:cubicBezTo>
                <a:cubicBezTo>
                  <a:pt x="1202348" y="3917768"/>
                  <a:pt x="1208003" y="3917966"/>
                  <a:pt x="1213758" y="3918066"/>
                </a:cubicBezTo>
                <a:cubicBezTo>
                  <a:pt x="1219513" y="3918165"/>
                  <a:pt x="1225069" y="3918214"/>
                  <a:pt x="1230427" y="3918214"/>
                </a:cubicBezTo>
                <a:cubicBezTo>
                  <a:pt x="1253644" y="3918214"/>
                  <a:pt x="1273587" y="3915684"/>
                  <a:pt x="1290256" y="3910624"/>
                </a:cubicBezTo>
                <a:cubicBezTo>
                  <a:pt x="1306924" y="3905564"/>
                  <a:pt x="1320616" y="3898668"/>
                  <a:pt x="1331332" y="3889937"/>
                </a:cubicBezTo>
                <a:cubicBezTo>
                  <a:pt x="1342048" y="3881206"/>
                  <a:pt x="1349935" y="3870887"/>
                  <a:pt x="1354996" y="3858981"/>
                </a:cubicBezTo>
                <a:cubicBezTo>
                  <a:pt x="1360056" y="3847074"/>
                  <a:pt x="1362586" y="3834275"/>
                  <a:pt x="1362586" y="3820583"/>
                </a:cubicBezTo>
                <a:cubicBezTo>
                  <a:pt x="1362586" y="3806891"/>
                  <a:pt x="1360205" y="3794538"/>
                  <a:pt x="1355442" y="3783525"/>
                </a:cubicBezTo>
                <a:cubicBezTo>
                  <a:pt x="1350680" y="3772512"/>
                  <a:pt x="1343338" y="3763036"/>
                  <a:pt x="1333416" y="3755099"/>
                </a:cubicBezTo>
                <a:cubicBezTo>
                  <a:pt x="1323494" y="3747161"/>
                  <a:pt x="1310744" y="3741059"/>
                  <a:pt x="1295167" y="3736793"/>
                </a:cubicBezTo>
                <a:cubicBezTo>
                  <a:pt x="1279590" y="3732526"/>
                  <a:pt x="1260986" y="3730393"/>
                  <a:pt x="1239356" y="3730393"/>
                </a:cubicBezTo>
                <a:cubicBezTo>
                  <a:pt x="1230427" y="3730393"/>
                  <a:pt x="1221695" y="3730542"/>
                  <a:pt x="1213162" y="3730840"/>
                </a:cubicBezTo>
                <a:cubicBezTo>
                  <a:pt x="1204630" y="3731137"/>
                  <a:pt x="1196692" y="3731584"/>
                  <a:pt x="1189350" y="3732179"/>
                </a:cubicBezTo>
                <a:lnTo>
                  <a:pt x="1189350" y="3637822"/>
                </a:lnTo>
                <a:cubicBezTo>
                  <a:pt x="1189350" y="3636235"/>
                  <a:pt x="1188953" y="3634895"/>
                  <a:pt x="1188159" y="3633804"/>
                </a:cubicBezTo>
                <a:cubicBezTo>
                  <a:pt x="1187366" y="3632712"/>
                  <a:pt x="1186026" y="3631720"/>
                  <a:pt x="1184141" y="3630827"/>
                </a:cubicBezTo>
                <a:cubicBezTo>
                  <a:pt x="1182256" y="3629934"/>
                  <a:pt x="1179726" y="3629339"/>
                  <a:pt x="1176551" y="3629041"/>
                </a:cubicBezTo>
                <a:cubicBezTo>
                  <a:pt x="1173376" y="3628744"/>
                  <a:pt x="1169407" y="3628595"/>
                  <a:pt x="1164644" y="3628595"/>
                </a:cubicBezTo>
                <a:close/>
                <a:moveTo>
                  <a:pt x="708040" y="3624428"/>
                </a:moveTo>
                <a:cubicBezTo>
                  <a:pt x="688394" y="3624428"/>
                  <a:pt x="670634" y="3627851"/>
                  <a:pt x="654759" y="3634697"/>
                </a:cubicBezTo>
                <a:cubicBezTo>
                  <a:pt x="638884" y="3641543"/>
                  <a:pt x="625341" y="3651365"/>
                  <a:pt x="614129" y="3664165"/>
                </a:cubicBezTo>
                <a:cubicBezTo>
                  <a:pt x="602918" y="3676964"/>
                  <a:pt x="594335" y="3692541"/>
                  <a:pt x="588382" y="3710897"/>
                </a:cubicBezTo>
                <a:cubicBezTo>
                  <a:pt x="582429" y="3729252"/>
                  <a:pt x="579452" y="3749939"/>
                  <a:pt x="579452" y="3772958"/>
                </a:cubicBezTo>
                <a:cubicBezTo>
                  <a:pt x="579452" y="3797167"/>
                  <a:pt x="582330" y="3818400"/>
                  <a:pt x="588084" y="3836656"/>
                </a:cubicBezTo>
                <a:cubicBezTo>
                  <a:pt x="593839" y="3854913"/>
                  <a:pt x="602372" y="3870093"/>
                  <a:pt x="613683" y="3882198"/>
                </a:cubicBezTo>
                <a:cubicBezTo>
                  <a:pt x="624994" y="3894303"/>
                  <a:pt x="638934" y="3903431"/>
                  <a:pt x="655504" y="3909582"/>
                </a:cubicBezTo>
                <a:cubicBezTo>
                  <a:pt x="672073" y="3915734"/>
                  <a:pt x="691371" y="3918810"/>
                  <a:pt x="713398" y="3918810"/>
                </a:cubicBezTo>
                <a:cubicBezTo>
                  <a:pt x="726098" y="3918810"/>
                  <a:pt x="738053" y="3917867"/>
                  <a:pt x="749265" y="3915982"/>
                </a:cubicBezTo>
                <a:cubicBezTo>
                  <a:pt x="760477" y="3914097"/>
                  <a:pt x="770349" y="3911964"/>
                  <a:pt x="778882" y="3909582"/>
                </a:cubicBezTo>
                <a:cubicBezTo>
                  <a:pt x="787415" y="3907201"/>
                  <a:pt x="794360" y="3904770"/>
                  <a:pt x="799718" y="3902290"/>
                </a:cubicBezTo>
                <a:cubicBezTo>
                  <a:pt x="805076" y="3899809"/>
                  <a:pt x="808300" y="3898023"/>
                  <a:pt x="809392" y="3896932"/>
                </a:cubicBezTo>
                <a:cubicBezTo>
                  <a:pt x="810483" y="3895840"/>
                  <a:pt x="811376" y="3894699"/>
                  <a:pt x="812071" y="3893509"/>
                </a:cubicBezTo>
                <a:cubicBezTo>
                  <a:pt x="812765" y="3892318"/>
                  <a:pt x="813261" y="3890979"/>
                  <a:pt x="813559" y="3889490"/>
                </a:cubicBezTo>
                <a:cubicBezTo>
                  <a:pt x="813857" y="3888002"/>
                  <a:pt x="814105" y="3886315"/>
                  <a:pt x="814303" y="3884430"/>
                </a:cubicBezTo>
                <a:cubicBezTo>
                  <a:pt x="814502" y="3882545"/>
                  <a:pt x="814601" y="3880313"/>
                  <a:pt x="814601" y="3877733"/>
                </a:cubicBezTo>
                <a:cubicBezTo>
                  <a:pt x="814601" y="3874161"/>
                  <a:pt x="814451" y="3871135"/>
                  <a:pt x="814152" y="3868655"/>
                </a:cubicBezTo>
                <a:cubicBezTo>
                  <a:pt x="813853" y="3866174"/>
                  <a:pt x="813404" y="3864239"/>
                  <a:pt x="812806" y="3862850"/>
                </a:cubicBezTo>
                <a:cubicBezTo>
                  <a:pt x="812207" y="3861461"/>
                  <a:pt x="811360" y="3860419"/>
                  <a:pt x="810264" y="3859725"/>
                </a:cubicBezTo>
                <a:cubicBezTo>
                  <a:pt x="809168" y="3859030"/>
                  <a:pt x="807922" y="3858683"/>
                  <a:pt x="806527" y="3858683"/>
                </a:cubicBezTo>
                <a:cubicBezTo>
                  <a:pt x="804133" y="3858683"/>
                  <a:pt x="800593" y="3859725"/>
                  <a:pt x="795906" y="3861808"/>
                </a:cubicBezTo>
                <a:cubicBezTo>
                  <a:pt x="791220" y="3863892"/>
                  <a:pt x="785237" y="3866224"/>
                  <a:pt x="777959" y="3868803"/>
                </a:cubicBezTo>
                <a:cubicBezTo>
                  <a:pt x="770680" y="3871383"/>
                  <a:pt x="762056" y="3873715"/>
                  <a:pt x="752086" y="3875798"/>
                </a:cubicBezTo>
                <a:cubicBezTo>
                  <a:pt x="742116" y="3877882"/>
                  <a:pt x="730750" y="3878924"/>
                  <a:pt x="717988" y="3878924"/>
                </a:cubicBezTo>
                <a:cubicBezTo>
                  <a:pt x="701837" y="3878924"/>
                  <a:pt x="688178" y="3876642"/>
                  <a:pt x="677011" y="3872078"/>
                </a:cubicBezTo>
                <a:cubicBezTo>
                  <a:pt x="665845" y="3867514"/>
                  <a:pt x="656772" y="3860965"/>
                  <a:pt x="649792" y="3852432"/>
                </a:cubicBezTo>
                <a:cubicBezTo>
                  <a:pt x="642813" y="3843899"/>
                  <a:pt x="637828" y="3833680"/>
                  <a:pt x="634837" y="3821774"/>
                </a:cubicBezTo>
                <a:cubicBezTo>
                  <a:pt x="631847" y="3809867"/>
                  <a:pt x="630352" y="3796473"/>
                  <a:pt x="630352" y="3781590"/>
                </a:cubicBezTo>
                <a:lnTo>
                  <a:pt x="806773" y="3781590"/>
                </a:lnTo>
                <a:cubicBezTo>
                  <a:pt x="811759" y="3781590"/>
                  <a:pt x="816195" y="3779953"/>
                  <a:pt x="820082" y="3776679"/>
                </a:cubicBezTo>
                <a:cubicBezTo>
                  <a:pt x="823968" y="3773405"/>
                  <a:pt x="825912" y="3767898"/>
                  <a:pt x="825912" y="3760159"/>
                </a:cubicBezTo>
                <a:lnTo>
                  <a:pt x="825912" y="3751229"/>
                </a:lnTo>
                <a:cubicBezTo>
                  <a:pt x="825912" y="3733767"/>
                  <a:pt x="823679" y="3717346"/>
                  <a:pt x="819214" y="3701967"/>
                </a:cubicBezTo>
                <a:cubicBezTo>
                  <a:pt x="814750" y="3686588"/>
                  <a:pt x="807755" y="3673194"/>
                  <a:pt x="798230" y="3661783"/>
                </a:cubicBezTo>
                <a:cubicBezTo>
                  <a:pt x="788705" y="3650373"/>
                  <a:pt x="776550" y="3641295"/>
                  <a:pt x="761767" y="3634548"/>
                </a:cubicBezTo>
                <a:cubicBezTo>
                  <a:pt x="746983" y="3627801"/>
                  <a:pt x="729074" y="3624428"/>
                  <a:pt x="708040" y="3624428"/>
                </a:cubicBezTo>
                <a:close/>
                <a:moveTo>
                  <a:pt x="426159" y="3523224"/>
                </a:moveTo>
                <a:cubicBezTo>
                  <a:pt x="400958" y="3523224"/>
                  <a:pt x="377989" y="3527789"/>
                  <a:pt x="357252" y="3536917"/>
                </a:cubicBezTo>
                <a:cubicBezTo>
                  <a:pt x="336515" y="3546045"/>
                  <a:pt x="318705" y="3559290"/>
                  <a:pt x="303823" y="3576654"/>
                </a:cubicBezTo>
                <a:cubicBezTo>
                  <a:pt x="288940" y="3594017"/>
                  <a:pt x="277381" y="3615200"/>
                  <a:pt x="269146" y="3640203"/>
                </a:cubicBezTo>
                <a:cubicBezTo>
                  <a:pt x="260910" y="3665206"/>
                  <a:pt x="256793" y="3693682"/>
                  <a:pt x="256793" y="3725631"/>
                </a:cubicBezTo>
                <a:cubicBezTo>
                  <a:pt x="256793" y="3756785"/>
                  <a:pt x="260613" y="3784319"/>
                  <a:pt x="268253" y="3808230"/>
                </a:cubicBezTo>
                <a:cubicBezTo>
                  <a:pt x="275893" y="3832142"/>
                  <a:pt x="286807" y="3852234"/>
                  <a:pt x="300995" y="3868506"/>
                </a:cubicBezTo>
                <a:cubicBezTo>
                  <a:pt x="315183" y="3884778"/>
                  <a:pt x="332348" y="3897081"/>
                  <a:pt x="352489" y="3905415"/>
                </a:cubicBezTo>
                <a:cubicBezTo>
                  <a:pt x="372631" y="3913749"/>
                  <a:pt x="395203" y="3917917"/>
                  <a:pt x="420206" y="3917917"/>
                </a:cubicBezTo>
                <a:cubicBezTo>
                  <a:pt x="434692" y="3917917"/>
                  <a:pt x="448037" y="3916577"/>
                  <a:pt x="460241" y="3913898"/>
                </a:cubicBezTo>
                <a:cubicBezTo>
                  <a:pt x="472445" y="3911219"/>
                  <a:pt x="483260" y="3907945"/>
                  <a:pt x="492685" y="3904076"/>
                </a:cubicBezTo>
                <a:cubicBezTo>
                  <a:pt x="502111" y="3900206"/>
                  <a:pt x="509999" y="3896237"/>
                  <a:pt x="516349" y="3892169"/>
                </a:cubicBezTo>
                <a:cubicBezTo>
                  <a:pt x="522699" y="3888101"/>
                  <a:pt x="526866" y="3885075"/>
                  <a:pt x="528851" y="3883091"/>
                </a:cubicBezTo>
                <a:cubicBezTo>
                  <a:pt x="530835" y="3881107"/>
                  <a:pt x="532224" y="3879420"/>
                  <a:pt x="533018" y="3878031"/>
                </a:cubicBezTo>
                <a:cubicBezTo>
                  <a:pt x="533812" y="3876642"/>
                  <a:pt x="534457" y="3875054"/>
                  <a:pt x="534953" y="3873268"/>
                </a:cubicBezTo>
                <a:cubicBezTo>
                  <a:pt x="535449" y="3871482"/>
                  <a:pt x="535796" y="3869399"/>
                  <a:pt x="535994" y="3867017"/>
                </a:cubicBezTo>
                <a:cubicBezTo>
                  <a:pt x="536193" y="3864636"/>
                  <a:pt x="536292" y="3861858"/>
                  <a:pt x="536292" y="3858683"/>
                </a:cubicBezTo>
                <a:cubicBezTo>
                  <a:pt x="536292" y="3854119"/>
                  <a:pt x="536143" y="3850349"/>
                  <a:pt x="535843" y="3847372"/>
                </a:cubicBezTo>
                <a:cubicBezTo>
                  <a:pt x="535544" y="3844396"/>
                  <a:pt x="535095" y="3842064"/>
                  <a:pt x="534497" y="3840377"/>
                </a:cubicBezTo>
                <a:cubicBezTo>
                  <a:pt x="533899" y="3838690"/>
                  <a:pt x="533101" y="3837549"/>
                  <a:pt x="532104" y="3836954"/>
                </a:cubicBezTo>
                <a:cubicBezTo>
                  <a:pt x="531107" y="3836359"/>
                  <a:pt x="529910" y="3836061"/>
                  <a:pt x="528511" y="3836061"/>
                </a:cubicBezTo>
                <a:cubicBezTo>
                  <a:pt x="525519" y="3836061"/>
                  <a:pt x="521429" y="3837946"/>
                  <a:pt x="516242" y="3841717"/>
                </a:cubicBezTo>
                <a:cubicBezTo>
                  <a:pt x="511055" y="3845487"/>
                  <a:pt x="504422" y="3849704"/>
                  <a:pt x="496343" y="3854367"/>
                </a:cubicBezTo>
                <a:cubicBezTo>
                  <a:pt x="488265" y="3859030"/>
                  <a:pt x="478490" y="3863247"/>
                  <a:pt x="467020" y="3867017"/>
                </a:cubicBezTo>
                <a:cubicBezTo>
                  <a:pt x="455549" y="3870788"/>
                  <a:pt x="442133" y="3872673"/>
                  <a:pt x="426773" y="3872673"/>
                </a:cubicBezTo>
                <a:cubicBezTo>
                  <a:pt x="408619" y="3872673"/>
                  <a:pt x="392361" y="3869448"/>
                  <a:pt x="377997" y="3862999"/>
                </a:cubicBezTo>
                <a:cubicBezTo>
                  <a:pt x="363634" y="3856550"/>
                  <a:pt x="351514" y="3847025"/>
                  <a:pt x="341639" y="3834424"/>
                </a:cubicBezTo>
                <a:cubicBezTo>
                  <a:pt x="331764" y="3821823"/>
                  <a:pt x="324183" y="3806147"/>
                  <a:pt x="318896" y="3787394"/>
                </a:cubicBezTo>
                <a:cubicBezTo>
                  <a:pt x="313610" y="3768642"/>
                  <a:pt x="310966" y="3747062"/>
                  <a:pt x="310966" y="3722654"/>
                </a:cubicBezTo>
                <a:cubicBezTo>
                  <a:pt x="310966" y="3698048"/>
                  <a:pt x="313710" y="3676170"/>
                  <a:pt x="319196" y="3657021"/>
                </a:cubicBezTo>
                <a:cubicBezTo>
                  <a:pt x="324683" y="3637872"/>
                  <a:pt x="332413" y="3621649"/>
                  <a:pt x="342388" y="3608354"/>
                </a:cubicBezTo>
                <a:cubicBezTo>
                  <a:pt x="352362" y="3595059"/>
                  <a:pt x="364382" y="3584988"/>
                  <a:pt x="378446" y="3578142"/>
                </a:cubicBezTo>
                <a:cubicBezTo>
                  <a:pt x="392510" y="3571296"/>
                  <a:pt x="408122" y="3567873"/>
                  <a:pt x="425280" y="3567873"/>
                </a:cubicBezTo>
                <a:cubicBezTo>
                  <a:pt x="441041" y="3567873"/>
                  <a:pt x="454556" y="3569808"/>
                  <a:pt x="465827" y="3573677"/>
                </a:cubicBezTo>
                <a:cubicBezTo>
                  <a:pt x="477097" y="3577547"/>
                  <a:pt x="486673" y="3581813"/>
                  <a:pt x="494553" y="3586476"/>
                </a:cubicBezTo>
                <a:cubicBezTo>
                  <a:pt x="502433" y="3591140"/>
                  <a:pt x="508867" y="3595406"/>
                  <a:pt x="513856" y="3599276"/>
                </a:cubicBezTo>
                <a:cubicBezTo>
                  <a:pt x="518845" y="3603145"/>
                  <a:pt x="522735" y="3605080"/>
                  <a:pt x="525525" y="3605080"/>
                </a:cubicBezTo>
                <a:cubicBezTo>
                  <a:pt x="527122" y="3605080"/>
                  <a:pt x="528469" y="3604633"/>
                  <a:pt x="529567" y="3603740"/>
                </a:cubicBezTo>
                <a:cubicBezTo>
                  <a:pt x="530665" y="3602847"/>
                  <a:pt x="531613" y="3601458"/>
                  <a:pt x="532411" y="3599573"/>
                </a:cubicBezTo>
                <a:cubicBezTo>
                  <a:pt x="533209" y="3597688"/>
                  <a:pt x="533808" y="3595356"/>
                  <a:pt x="534206" y="3592578"/>
                </a:cubicBezTo>
                <a:cubicBezTo>
                  <a:pt x="534605" y="3589800"/>
                  <a:pt x="534804" y="3586427"/>
                  <a:pt x="534804" y="3582458"/>
                </a:cubicBezTo>
                <a:cubicBezTo>
                  <a:pt x="534804" y="3578886"/>
                  <a:pt x="534655" y="3575810"/>
                  <a:pt x="534357" y="3573231"/>
                </a:cubicBezTo>
                <a:cubicBezTo>
                  <a:pt x="534060" y="3570651"/>
                  <a:pt x="533663" y="3568419"/>
                  <a:pt x="533167" y="3566533"/>
                </a:cubicBezTo>
                <a:cubicBezTo>
                  <a:pt x="532671" y="3564648"/>
                  <a:pt x="532026" y="3563011"/>
                  <a:pt x="531232" y="3561622"/>
                </a:cubicBezTo>
                <a:cubicBezTo>
                  <a:pt x="530438" y="3560233"/>
                  <a:pt x="528702" y="3558199"/>
                  <a:pt x="526023" y="3555520"/>
                </a:cubicBezTo>
                <a:cubicBezTo>
                  <a:pt x="523344" y="3552841"/>
                  <a:pt x="518532" y="3549418"/>
                  <a:pt x="511587" y="3545251"/>
                </a:cubicBezTo>
                <a:cubicBezTo>
                  <a:pt x="504641" y="3541084"/>
                  <a:pt x="496704" y="3537413"/>
                  <a:pt x="487774" y="3534238"/>
                </a:cubicBezTo>
                <a:cubicBezTo>
                  <a:pt x="478844" y="3531063"/>
                  <a:pt x="469121" y="3528433"/>
                  <a:pt x="458604" y="3526350"/>
                </a:cubicBezTo>
                <a:cubicBezTo>
                  <a:pt x="448087" y="3524266"/>
                  <a:pt x="437272" y="3523224"/>
                  <a:pt x="426159" y="3523224"/>
                </a:cubicBezTo>
                <a:close/>
                <a:moveTo>
                  <a:pt x="1788532" y="3495989"/>
                </a:moveTo>
                <a:cubicBezTo>
                  <a:pt x="1786349" y="3495890"/>
                  <a:pt x="1783571" y="3496138"/>
                  <a:pt x="1780198" y="3496733"/>
                </a:cubicBezTo>
                <a:lnTo>
                  <a:pt x="1684650" y="3512509"/>
                </a:lnTo>
                <a:cubicBezTo>
                  <a:pt x="1673339" y="3514493"/>
                  <a:pt x="1663169" y="3516775"/>
                  <a:pt x="1654140" y="3519355"/>
                </a:cubicBezTo>
                <a:cubicBezTo>
                  <a:pt x="1645111" y="3521935"/>
                  <a:pt x="1637025" y="3524961"/>
                  <a:pt x="1629881" y="3528433"/>
                </a:cubicBezTo>
                <a:cubicBezTo>
                  <a:pt x="1622738" y="3531906"/>
                  <a:pt x="1616239" y="3535676"/>
                  <a:pt x="1610385" y="3539744"/>
                </a:cubicBezTo>
                <a:cubicBezTo>
                  <a:pt x="1604531" y="3543812"/>
                  <a:pt x="1598578" y="3549220"/>
                  <a:pt x="1592525" y="3555967"/>
                </a:cubicBezTo>
                <a:cubicBezTo>
                  <a:pt x="1586473" y="3562713"/>
                  <a:pt x="1580570" y="3571842"/>
                  <a:pt x="1574815" y="3583351"/>
                </a:cubicBezTo>
                <a:cubicBezTo>
                  <a:pt x="1569060" y="3594860"/>
                  <a:pt x="1564099" y="3608801"/>
                  <a:pt x="1559932" y="3625172"/>
                </a:cubicBezTo>
                <a:cubicBezTo>
                  <a:pt x="1555765" y="3641543"/>
                  <a:pt x="1552540" y="3659997"/>
                  <a:pt x="1550258" y="3680536"/>
                </a:cubicBezTo>
                <a:cubicBezTo>
                  <a:pt x="1547976" y="3701074"/>
                  <a:pt x="1546835" y="3723547"/>
                  <a:pt x="1546835" y="3747955"/>
                </a:cubicBezTo>
                <a:cubicBezTo>
                  <a:pt x="1546835" y="3776728"/>
                  <a:pt x="1549316" y="3801781"/>
                  <a:pt x="1554276" y="3823113"/>
                </a:cubicBezTo>
                <a:cubicBezTo>
                  <a:pt x="1559238" y="3844445"/>
                  <a:pt x="1566927" y="3862205"/>
                  <a:pt x="1577345" y="3876394"/>
                </a:cubicBezTo>
                <a:cubicBezTo>
                  <a:pt x="1587763" y="3890582"/>
                  <a:pt x="1600959" y="3901198"/>
                  <a:pt x="1616933" y="3908243"/>
                </a:cubicBezTo>
                <a:cubicBezTo>
                  <a:pt x="1632907" y="3915287"/>
                  <a:pt x="1651809" y="3918810"/>
                  <a:pt x="1673637" y="3918810"/>
                </a:cubicBezTo>
                <a:cubicBezTo>
                  <a:pt x="1694671" y="3918810"/>
                  <a:pt x="1713572" y="3915139"/>
                  <a:pt x="1730340" y="3907796"/>
                </a:cubicBezTo>
                <a:cubicBezTo>
                  <a:pt x="1747108" y="3900454"/>
                  <a:pt x="1761346" y="3890086"/>
                  <a:pt x="1773054" y="3876691"/>
                </a:cubicBezTo>
                <a:cubicBezTo>
                  <a:pt x="1784762" y="3863297"/>
                  <a:pt x="1793692" y="3847372"/>
                  <a:pt x="1799843" y="3828917"/>
                </a:cubicBezTo>
                <a:cubicBezTo>
                  <a:pt x="1805994" y="3810463"/>
                  <a:pt x="1809070" y="3790024"/>
                  <a:pt x="1809070" y="3767600"/>
                </a:cubicBezTo>
                <a:cubicBezTo>
                  <a:pt x="1809070" y="3747558"/>
                  <a:pt x="1806739" y="3729203"/>
                  <a:pt x="1802075" y="3712534"/>
                </a:cubicBezTo>
                <a:cubicBezTo>
                  <a:pt x="1797412" y="3695865"/>
                  <a:pt x="1790367" y="3681578"/>
                  <a:pt x="1780942" y="3669671"/>
                </a:cubicBezTo>
                <a:cubicBezTo>
                  <a:pt x="1771516" y="3657765"/>
                  <a:pt x="1759610" y="3648587"/>
                  <a:pt x="1745223" y="3642138"/>
                </a:cubicBezTo>
                <a:cubicBezTo>
                  <a:pt x="1730836" y="3635689"/>
                  <a:pt x="1714019" y="3632464"/>
                  <a:pt x="1694770" y="3632464"/>
                </a:cubicBezTo>
                <a:cubicBezTo>
                  <a:pt x="1684650" y="3632464"/>
                  <a:pt x="1675075" y="3633506"/>
                  <a:pt x="1666047" y="3635590"/>
                </a:cubicBezTo>
                <a:cubicBezTo>
                  <a:pt x="1657017" y="3637673"/>
                  <a:pt x="1648435" y="3640699"/>
                  <a:pt x="1640299" y="3644668"/>
                </a:cubicBezTo>
                <a:cubicBezTo>
                  <a:pt x="1632163" y="3648637"/>
                  <a:pt x="1624424" y="3653449"/>
                  <a:pt x="1617082" y="3659105"/>
                </a:cubicBezTo>
                <a:cubicBezTo>
                  <a:pt x="1609740" y="3664760"/>
                  <a:pt x="1602795" y="3671060"/>
                  <a:pt x="1596246" y="3678006"/>
                </a:cubicBezTo>
                <a:cubicBezTo>
                  <a:pt x="1597635" y="3667489"/>
                  <a:pt x="1599074" y="3657616"/>
                  <a:pt x="1600562" y="3648389"/>
                </a:cubicBezTo>
                <a:cubicBezTo>
                  <a:pt x="1602050" y="3639162"/>
                  <a:pt x="1603936" y="3630629"/>
                  <a:pt x="1606218" y="3622790"/>
                </a:cubicBezTo>
                <a:cubicBezTo>
                  <a:pt x="1608499" y="3614952"/>
                  <a:pt x="1611278" y="3607957"/>
                  <a:pt x="1614552" y="3601806"/>
                </a:cubicBezTo>
                <a:cubicBezTo>
                  <a:pt x="1617826" y="3595654"/>
                  <a:pt x="1621448" y="3590495"/>
                  <a:pt x="1625416" y="3586328"/>
                </a:cubicBezTo>
                <a:cubicBezTo>
                  <a:pt x="1629385" y="3582160"/>
                  <a:pt x="1633354" y="3578737"/>
                  <a:pt x="1637323" y="3576058"/>
                </a:cubicBezTo>
                <a:cubicBezTo>
                  <a:pt x="1641292" y="3573380"/>
                  <a:pt x="1645905" y="3570949"/>
                  <a:pt x="1651164" y="3568766"/>
                </a:cubicBezTo>
                <a:cubicBezTo>
                  <a:pt x="1656422" y="3566583"/>
                  <a:pt x="1662425" y="3564599"/>
                  <a:pt x="1669172" y="3562813"/>
                </a:cubicBezTo>
                <a:cubicBezTo>
                  <a:pt x="1675919" y="3561027"/>
                  <a:pt x="1683757" y="3559439"/>
                  <a:pt x="1692687" y="3558050"/>
                </a:cubicBezTo>
                <a:lnTo>
                  <a:pt x="1781686" y="3543167"/>
                </a:lnTo>
                <a:cubicBezTo>
                  <a:pt x="1784861" y="3542572"/>
                  <a:pt x="1787441" y="3541778"/>
                  <a:pt x="1789425" y="3540786"/>
                </a:cubicBezTo>
                <a:cubicBezTo>
                  <a:pt x="1791409" y="3539794"/>
                  <a:pt x="1792898" y="3538405"/>
                  <a:pt x="1793890" y="3536619"/>
                </a:cubicBezTo>
                <a:cubicBezTo>
                  <a:pt x="1794882" y="3534833"/>
                  <a:pt x="1795577" y="3532551"/>
                  <a:pt x="1795973" y="3529773"/>
                </a:cubicBezTo>
                <a:cubicBezTo>
                  <a:pt x="1796370" y="3526995"/>
                  <a:pt x="1796569" y="3523621"/>
                  <a:pt x="1796569" y="3519653"/>
                </a:cubicBezTo>
                <a:cubicBezTo>
                  <a:pt x="1796569" y="3513699"/>
                  <a:pt x="1796370" y="3509036"/>
                  <a:pt x="1795973" y="3505663"/>
                </a:cubicBezTo>
                <a:cubicBezTo>
                  <a:pt x="1795577" y="3502289"/>
                  <a:pt x="1794783" y="3499858"/>
                  <a:pt x="1793592" y="3498370"/>
                </a:cubicBezTo>
                <a:cubicBezTo>
                  <a:pt x="1792402" y="3496882"/>
                  <a:pt x="1790715" y="3496088"/>
                  <a:pt x="1788532" y="3495989"/>
                </a:cubicBezTo>
                <a:close/>
                <a:moveTo>
                  <a:pt x="2970730" y="2517009"/>
                </a:moveTo>
                <a:cubicBezTo>
                  <a:pt x="2997928" y="2517009"/>
                  <a:pt x="3020926" y="2519497"/>
                  <a:pt x="3039725" y="2524470"/>
                </a:cubicBezTo>
                <a:cubicBezTo>
                  <a:pt x="3058523" y="2529443"/>
                  <a:pt x="3073622" y="2536606"/>
                  <a:pt x="3085021" y="2545958"/>
                </a:cubicBezTo>
                <a:cubicBezTo>
                  <a:pt x="3096420" y="2555308"/>
                  <a:pt x="3104619" y="2566649"/>
                  <a:pt x="3109618" y="2579980"/>
                </a:cubicBezTo>
                <a:cubicBezTo>
                  <a:pt x="3114618" y="2593310"/>
                  <a:pt x="3117118" y="2608132"/>
                  <a:pt x="3117118" y="2624446"/>
                </a:cubicBezTo>
                <a:cubicBezTo>
                  <a:pt x="3117118" y="2658668"/>
                  <a:pt x="3105719" y="2685428"/>
                  <a:pt x="3082921" y="2704726"/>
                </a:cubicBezTo>
                <a:cubicBezTo>
                  <a:pt x="3060123" y="2724025"/>
                  <a:pt x="3024326" y="2733675"/>
                  <a:pt x="2975530" y="2733675"/>
                </a:cubicBezTo>
                <a:cubicBezTo>
                  <a:pt x="2955932" y="2733675"/>
                  <a:pt x="2939332" y="2733078"/>
                  <a:pt x="2925733" y="2731885"/>
                </a:cubicBezTo>
                <a:cubicBezTo>
                  <a:pt x="2912135" y="2730690"/>
                  <a:pt x="2898336" y="2729298"/>
                  <a:pt x="2884337" y="2727706"/>
                </a:cubicBezTo>
                <a:lnTo>
                  <a:pt x="2884337" y="2521188"/>
                </a:lnTo>
                <a:cubicBezTo>
                  <a:pt x="2897535" y="2519994"/>
                  <a:pt x="2911134" y="2518998"/>
                  <a:pt x="2925133" y="2518203"/>
                </a:cubicBezTo>
                <a:cubicBezTo>
                  <a:pt x="2939133" y="2517407"/>
                  <a:pt x="2954331" y="2517009"/>
                  <a:pt x="2970730" y="2517009"/>
                </a:cubicBezTo>
                <a:close/>
                <a:moveTo>
                  <a:pt x="298538" y="2441803"/>
                </a:moveTo>
                <a:lnTo>
                  <a:pt x="428128" y="2441803"/>
                </a:lnTo>
                <a:cubicBezTo>
                  <a:pt x="461726" y="2441803"/>
                  <a:pt x="488724" y="2445086"/>
                  <a:pt x="509121" y="2451651"/>
                </a:cubicBezTo>
                <a:cubicBezTo>
                  <a:pt x="529520" y="2458217"/>
                  <a:pt x="546319" y="2467468"/>
                  <a:pt x="559518" y="2479406"/>
                </a:cubicBezTo>
                <a:cubicBezTo>
                  <a:pt x="572716" y="2491344"/>
                  <a:pt x="582816" y="2505868"/>
                  <a:pt x="589816" y="2522979"/>
                </a:cubicBezTo>
                <a:cubicBezTo>
                  <a:pt x="596815" y="2540089"/>
                  <a:pt x="600315" y="2559388"/>
                  <a:pt x="600315" y="2580875"/>
                </a:cubicBezTo>
                <a:cubicBezTo>
                  <a:pt x="600315" y="2602362"/>
                  <a:pt x="596815" y="2621661"/>
                  <a:pt x="589816" y="2638772"/>
                </a:cubicBezTo>
                <a:cubicBezTo>
                  <a:pt x="582816" y="2655882"/>
                  <a:pt x="572817" y="2670506"/>
                  <a:pt x="559817" y="2682641"/>
                </a:cubicBezTo>
                <a:cubicBezTo>
                  <a:pt x="546819" y="2694778"/>
                  <a:pt x="530120" y="2704030"/>
                  <a:pt x="509722" y="2710396"/>
                </a:cubicBezTo>
                <a:cubicBezTo>
                  <a:pt x="489323" y="2716764"/>
                  <a:pt x="463126" y="2719947"/>
                  <a:pt x="431128" y="2719947"/>
                </a:cubicBezTo>
                <a:lnTo>
                  <a:pt x="298538" y="2719947"/>
                </a:lnTo>
                <a:close/>
                <a:moveTo>
                  <a:pt x="981885" y="2236478"/>
                </a:moveTo>
                <a:cubicBezTo>
                  <a:pt x="972686" y="2236478"/>
                  <a:pt x="965586" y="2239363"/>
                  <a:pt x="960586" y="2245132"/>
                </a:cubicBezTo>
                <a:cubicBezTo>
                  <a:pt x="955587" y="2250902"/>
                  <a:pt x="952687" y="2259756"/>
                  <a:pt x="951887" y="2271694"/>
                </a:cubicBezTo>
                <a:cubicBezTo>
                  <a:pt x="945888" y="2329790"/>
                  <a:pt x="939488" y="2381220"/>
                  <a:pt x="932689" y="2425986"/>
                </a:cubicBezTo>
                <a:cubicBezTo>
                  <a:pt x="925889" y="2470752"/>
                  <a:pt x="918689" y="2509846"/>
                  <a:pt x="911091" y="2543272"/>
                </a:cubicBezTo>
                <a:cubicBezTo>
                  <a:pt x="903491" y="2576696"/>
                  <a:pt x="895092" y="2604849"/>
                  <a:pt x="885893" y="2627729"/>
                </a:cubicBezTo>
                <a:cubicBezTo>
                  <a:pt x="876694" y="2650610"/>
                  <a:pt x="866894" y="2669113"/>
                  <a:pt x="856494" y="2683239"/>
                </a:cubicBezTo>
                <a:cubicBezTo>
                  <a:pt x="846095" y="2697365"/>
                  <a:pt x="834896" y="2707512"/>
                  <a:pt x="822897" y="2713680"/>
                </a:cubicBezTo>
                <a:cubicBezTo>
                  <a:pt x="810899" y="2719847"/>
                  <a:pt x="798299" y="2722931"/>
                  <a:pt x="785100" y="2722931"/>
                </a:cubicBezTo>
                <a:cubicBezTo>
                  <a:pt x="781900" y="2722931"/>
                  <a:pt x="779200" y="2723528"/>
                  <a:pt x="777000" y="2724722"/>
                </a:cubicBezTo>
                <a:cubicBezTo>
                  <a:pt x="774801" y="2725916"/>
                  <a:pt x="773001" y="2728303"/>
                  <a:pt x="771602" y="2731885"/>
                </a:cubicBezTo>
                <a:cubicBezTo>
                  <a:pt x="770202" y="2735465"/>
                  <a:pt x="769201" y="2740240"/>
                  <a:pt x="768601" y="2746209"/>
                </a:cubicBezTo>
                <a:cubicBezTo>
                  <a:pt x="768002" y="2752178"/>
                  <a:pt x="767701" y="2759937"/>
                  <a:pt x="767701" y="2769487"/>
                </a:cubicBezTo>
                <a:cubicBezTo>
                  <a:pt x="767701" y="2778639"/>
                  <a:pt x="768102" y="2786100"/>
                  <a:pt x="768902" y="2791870"/>
                </a:cubicBezTo>
                <a:cubicBezTo>
                  <a:pt x="769702" y="2797640"/>
                  <a:pt x="770901" y="2802116"/>
                  <a:pt x="772502" y="2805300"/>
                </a:cubicBezTo>
                <a:cubicBezTo>
                  <a:pt x="774101" y="2808483"/>
                  <a:pt x="776201" y="2810672"/>
                  <a:pt x="778800" y="2811865"/>
                </a:cubicBezTo>
                <a:cubicBezTo>
                  <a:pt x="781400" y="2813059"/>
                  <a:pt x="784500" y="2813655"/>
                  <a:pt x="788100" y="2813655"/>
                </a:cubicBezTo>
                <a:cubicBezTo>
                  <a:pt x="810098" y="2813655"/>
                  <a:pt x="830796" y="2810274"/>
                  <a:pt x="850195" y="2803509"/>
                </a:cubicBezTo>
                <a:cubicBezTo>
                  <a:pt x="869594" y="2796745"/>
                  <a:pt x="887592" y="2785702"/>
                  <a:pt x="904191" y="2770382"/>
                </a:cubicBezTo>
                <a:cubicBezTo>
                  <a:pt x="920790" y="2755063"/>
                  <a:pt x="936088" y="2734868"/>
                  <a:pt x="950087" y="2709800"/>
                </a:cubicBezTo>
                <a:cubicBezTo>
                  <a:pt x="964086" y="2684731"/>
                  <a:pt x="976685" y="2653892"/>
                  <a:pt x="987885" y="2617285"/>
                </a:cubicBezTo>
                <a:cubicBezTo>
                  <a:pt x="999083" y="2580676"/>
                  <a:pt x="1009182" y="2537701"/>
                  <a:pt x="1018182" y="2488359"/>
                </a:cubicBezTo>
                <a:cubicBezTo>
                  <a:pt x="1027181" y="2439018"/>
                  <a:pt x="1034881" y="2382713"/>
                  <a:pt x="1041281" y="2319444"/>
                </a:cubicBezTo>
                <a:lnTo>
                  <a:pt x="1190069" y="2319444"/>
                </a:lnTo>
                <a:lnTo>
                  <a:pt x="1190069" y="2788587"/>
                </a:lnTo>
                <a:cubicBezTo>
                  <a:pt x="1190069" y="2791771"/>
                  <a:pt x="1190869" y="2794456"/>
                  <a:pt x="1192468" y="2796645"/>
                </a:cubicBezTo>
                <a:cubicBezTo>
                  <a:pt x="1194068" y="2798834"/>
                  <a:pt x="1196768" y="2800724"/>
                  <a:pt x="1200568" y="2802316"/>
                </a:cubicBezTo>
                <a:cubicBezTo>
                  <a:pt x="1204368" y="2803907"/>
                  <a:pt x="1209468" y="2805101"/>
                  <a:pt x="1215867" y="2805896"/>
                </a:cubicBezTo>
                <a:cubicBezTo>
                  <a:pt x="1222267" y="2806692"/>
                  <a:pt x="1230465" y="2807090"/>
                  <a:pt x="1240464" y="2807090"/>
                </a:cubicBezTo>
                <a:cubicBezTo>
                  <a:pt x="1250064" y="2807090"/>
                  <a:pt x="1258063" y="2806692"/>
                  <a:pt x="1264463" y="2805896"/>
                </a:cubicBezTo>
                <a:cubicBezTo>
                  <a:pt x="1270862" y="2805101"/>
                  <a:pt x="1275862" y="2803907"/>
                  <a:pt x="1279462" y="2802316"/>
                </a:cubicBezTo>
                <a:cubicBezTo>
                  <a:pt x="1283062" y="2800724"/>
                  <a:pt x="1285661" y="2798834"/>
                  <a:pt x="1287261" y="2796645"/>
                </a:cubicBezTo>
                <a:cubicBezTo>
                  <a:pt x="1288861" y="2794456"/>
                  <a:pt x="1289661" y="2791771"/>
                  <a:pt x="1289661" y="2788587"/>
                </a:cubicBezTo>
                <a:lnTo>
                  <a:pt x="1289661" y="2271694"/>
                </a:lnTo>
                <a:cubicBezTo>
                  <a:pt x="1289661" y="2259756"/>
                  <a:pt x="1286961" y="2250902"/>
                  <a:pt x="1281561" y="2245132"/>
                </a:cubicBezTo>
                <a:cubicBezTo>
                  <a:pt x="1276161" y="2239363"/>
                  <a:pt x="1268662" y="2236478"/>
                  <a:pt x="1259063" y="2236478"/>
                </a:cubicBezTo>
                <a:close/>
                <a:moveTo>
                  <a:pt x="3370299" y="2232896"/>
                </a:moveTo>
                <a:cubicBezTo>
                  <a:pt x="3360700" y="2232896"/>
                  <a:pt x="3352700" y="2233195"/>
                  <a:pt x="3346300" y="2233793"/>
                </a:cubicBezTo>
                <a:cubicBezTo>
                  <a:pt x="3339901" y="2234389"/>
                  <a:pt x="3334801" y="2235582"/>
                  <a:pt x="3331002" y="2237373"/>
                </a:cubicBezTo>
                <a:cubicBezTo>
                  <a:pt x="3327203" y="2239164"/>
                  <a:pt x="3324603" y="2241154"/>
                  <a:pt x="3323203" y="2243342"/>
                </a:cubicBezTo>
                <a:cubicBezTo>
                  <a:pt x="3321803" y="2245530"/>
                  <a:pt x="3321103" y="2248216"/>
                  <a:pt x="3321103" y="2251400"/>
                </a:cubicBezTo>
                <a:lnTo>
                  <a:pt x="3321103" y="2788587"/>
                </a:lnTo>
                <a:cubicBezTo>
                  <a:pt x="3321103" y="2791771"/>
                  <a:pt x="3321803" y="2794456"/>
                  <a:pt x="3323203" y="2796645"/>
                </a:cubicBezTo>
                <a:cubicBezTo>
                  <a:pt x="3324603" y="2798834"/>
                  <a:pt x="3327203" y="2800724"/>
                  <a:pt x="3331002" y="2802316"/>
                </a:cubicBezTo>
                <a:cubicBezTo>
                  <a:pt x="3334801" y="2803907"/>
                  <a:pt x="3339901" y="2805101"/>
                  <a:pt x="3346300" y="2805896"/>
                </a:cubicBezTo>
                <a:cubicBezTo>
                  <a:pt x="3352700" y="2806692"/>
                  <a:pt x="3360700" y="2807090"/>
                  <a:pt x="3370299" y="2807090"/>
                </a:cubicBezTo>
                <a:cubicBezTo>
                  <a:pt x="3380298" y="2807090"/>
                  <a:pt x="3388498" y="2806692"/>
                  <a:pt x="3394896" y="2805896"/>
                </a:cubicBezTo>
                <a:cubicBezTo>
                  <a:pt x="3401297" y="2805101"/>
                  <a:pt x="3406296" y="2803907"/>
                  <a:pt x="3409895" y="2802316"/>
                </a:cubicBezTo>
                <a:cubicBezTo>
                  <a:pt x="3413495" y="2800724"/>
                  <a:pt x="3416095" y="2798834"/>
                  <a:pt x="3417694" y="2796645"/>
                </a:cubicBezTo>
                <a:cubicBezTo>
                  <a:pt x="3419295" y="2794456"/>
                  <a:pt x="3420095" y="2791771"/>
                  <a:pt x="3420095" y="2788587"/>
                </a:cubicBezTo>
                <a:lnTo>
                  <a:pt x="3420095" y="2251400"/>
                </a:lnTo>
                <a:cubicBezTo>
                  <a:pt x="3420095" y="2248216"/>
                  <a:pt x="3419295" y="2245530"/>
                  <a:pt x="3417694" y="2243342"/>
                </a:cubicBezTo>
                <a:cubicBezTo>
                  <a:pt x="3416095" y="2241154"/>
                  <a:pt x="3413495" y="2239164"/>
                  <a:pt x="3409895" y="2237373"/>
                </a:cubicBezTo>
                <a:cubicBezTo>
                  <a:pt x="3406296" y="2235582"/>
                  <a:pt x="3401297" y="2234389"/>
                  <a:pt x="3394896" y="2233793"/>
                </a:cubicBezTo>
                <a:cubicBezTo>
                  <a:pt x="3388498" y="2233195"/>
                  <a:pt x="3380298" y="2232896"/>
                  <a:pt x="3370299" y="2232896"/>
                </a:cubicBezTo>
                <a:close/>
                <a:moveTo>
                  <a:pt x="2833340" y="2232896"/>
                </a:moveTo>
                <a:cubicBezTo>
                  <a:pt x="2824142" y="2232896"/>
                  <a:pt x="2816442" y="2233195"/>
                  <a:pt x="2810242" y="2233793"/>
                </a:cubicBezTo>
                <a:cubicBezTo>
                  <a:pt x="2804043" y="2234389"/>
                  <a:pt x="2799043" y="2235582"/>
                  <a:pt x="2795244" y="2237373"/>
                </a:cubicBezTo>
                <a:cubicBezTo>
                  <a:pt x="2791444" y="2239164"/>
                  <a:pt x="2788844" y="2241154"/>
                  <a:pt x="2787444" y="2243342"/>
                </a:cubicBezTo>
                <a:cubicBezTo>
                  <a:pt x="2786045" y="2245530"/>
                  <a:pt x="2785344" y="2248216"/>
                  <a:pt x="2785344" y="2251400"/>
                </a:cubicBezTo>
                <a:lnTo>
                  <a:pt x="2785344" y="2750984"/>
                </a:lnTo>
                <a:cubicBezTo>
                  <a:pt x="2785344" y="2768890"/>
                  <a:pt x="2789344" y="2782220"/>
                  <a:pt x="2797343" y="2790974"/>
                </a:cubicBezTo>
                <a:cubicBezTo>
                  <a:pt x="2805343" y="2799729"/>
                  <a:pt x="2817742" y="2805101"/>
                  <a:pt x="2834541" y="2807090"/>
                </a:cubicBezTo>
                <a:cubicBezTo>
                  <a:pt x="2844939" y="2808285"/>
                  <a:pt x="2855239" y="2809279"/>
                  <a:pt x="2865438" y="2810075"/>
                </a:cubicBezTo>
                <a:cubicBezTo>
                  <a:pt x="2875638" y="2810870"/>
                  <a:pt x="2885936" y="2811567"/>
                  <a:pt x="2896336" y="2812164"/>
                </a:cubicBezTo>
                <a:cubicBezTo>
                  <a:pt x="2906735" y="2812760"/>
                  <a:pt x="2917334" y="2813159"/>
                  <a:pt x="2928133" y="2813358"/>
                </a:cubicBezTo>
                <a:cubicBezTo>
                  <a:pt x="2938932" y="2813556"/>
                  <a:pt x="2949732" y="2813655"/>
                  <a:pt x="2960531" y="2813655"/>
                </a:cubicBezTo>
                <a:cubicBezTo>
                  <a:pt x="3006527" y="2813655"/>
                  <a:pt x="3045924" y="2808582"/>
                  <a:pt x="3078721" y="2798436"/>
                </a:cubicBezTo>
                <a:cubicBezTo>
                  <a:pt x="3111518" y="2788289"/>
                  <a:pt x="3138416" y="2774461"/>
                  <a:pt x="3159415" y="2756953"/>
                </a:cubicBezTo>
                <a:cubicBezTo>
                  <a:pt x="3180413" y="2739444"/>
                  <a:pt x="3195812" y="2718753"/>
                  <a:pt x="3205611" y="2694878"/>
                </a:cubicBezTo>
                <a:cubicBezTo>
                  <a:pt x="3215411" y="2671003"/>
                  <a:pt x="3220311" y="2645337"/>
                  <a:pt x="3220311" y="2617881"/>
                </a:cubicBezTo>
                <a:cubicBezTo>
                  <a:pt x="3220311" y="2590425"/>
                  <a:pt x="3215711" y="2565654"/>
                  <a:pt x="3206512" y="2543571"/>
                </a:cubicBezTo>
                <a:cubicBezTo>
                  <a:pt x="3197312" y="2521486"/>
                  <a:pt x="3182814" y="2502485"/>
                  <a:pt x="3163015" y="2486568"/>
                </a:cubicBezTo>
                <a:cubicBezTo>
                  <a:pt x="3143216" y="2470652"/>
                  <a:pt x="3118118" y="2458417"/>
                  <a:pt x="3087720" y="2449860"/>
                </a:cubicBezTo>
                <a:cubicBezTo>
                  <a:pt x="3057323" y="2441306"/>
                  <a:pt x="3020726" y="2437028"/>
                  <a:pt x="2977929" y="2437028"/>
                </a:cubicBezTo>
                <a:cubicBezTo>
                  <a:pt x="2960331" y="2437028"/>
                  <a:pt x="2944032" y="2437326"/>
                  <a:pt x="2929034" y="2437923"/>
                </a:cubicBezTo>
                <a:cubicBezTo>
                  <a:pt x="2914035" y="2438520"/>
                  <a:pt x="2899135" y="2439416"/>
                  <a:pt x="2884337" y="2440609"/>
                </a:cubicBezTo>
                <a:lnTo>
                  <a:pt x="2884337" y="2251400"/>
                </a:lnTo>
                <a:cubicBezTo>
                  <a:pt x="2884337" y="2245033"/>
                  <a:pt x="2880637" y="2240358"/>
                  <a:pt x="2873237" y="2237373"/>
                </a:cubicBezTo>
                <a:cubicBezTo>
                  <a:pt x="2865838" y="2234389"/>
                  <a:pt x="2852539" y="2232896"/>
                  <a:pt x="2833340" y="2232896"/>
                </a:cubicBezTo>
                <a:close/>
                <a:moveTo>
                  <a:pt x="2181792" y="2232896"/>
                </a:moveTo>
                <a:cubicBezTo>
                  <a:pt x="2172192" y="2232896"/>
                  <a:pt x="2164193" y="2233195"/>
                  <a:pt x="2157793" y="2233793"/>
                </a:cubicBezTo>
                <a:cubicBezTo>
                  <a:pt x="2151394" y="2234389"/>
                  <a:pt x="2146294" y="2235582"/>
                  <a:pt x="2142495" y="2237373"/>
                </a:cubicBezTo>
                <a:cubicBezTo>
                  <a:pt x="2138694" y="2239164"/>
                  <a:pt x="2136095" y="2241154"/>
                  <a:pt x="2134696" y="2243342"/>
                </a:cubicBezTo>
                <a:cubicBezTo>
                  <a:pt x="2133296" y="2245530"/>
                  <a:pt x="2132595" y="2248216"/>
                  <a:pt x="2132595" y="2251400"/>
                </a:cubicBezTo>
                <a:lnTo>
                  <a:pt x="2132595" y="2788587"/>
                </a:lnTo>
                <a:cubicBezTo>
                  <a:pt x="2132595" y="2791771"/>
                  <a:pt x="2133296" y="2794456"/>
                  <a:pt x="2134696" y="2796645"/>
                </a:cubicBezTo>
                <a:cubicBezTo>
                  <a:pt x="2136095" y="2798834"/>
                  <a:pt x="2138694" y="2800724"/>
                  <a:pt x="2142495" y="2802316"/>
                </a:cubicBezTo>
                <a:cubicBezTo>
                  <a:pt x="2146294" y="2803907"/>
                  <a:pt x="2151394" y="2805101"/>
                  <a:pt x="2157793" y="2805896"/>
                </a:cubicBezTo>
                <a:cubicBezTo>
                  <a:pt x="2164193" y="2806692"/>
                  <a:pt x="2172192" y="2807090"/>
                  <a:pt x="2181792" y="2807090"/>
                </a:cubicBezTo>
                <a:cubicBezTo>
                  <a:pt x="2191791" y="2807090"/>
                  <a:pt x="2199989" y="2806692"/>
                  <a:pt x="2206390" y="2805896"/>
                </a:cubicBezTo>
                <a:cubicBezTo>
                  <a:pt x="2212788" y="2805101"/>
                  <a:pt x="2217788" y="2803907"/>
                  <a:pt x="2221388" y="2802316"/>
                </a:cubicBezTo>
                <a:cubicBezTo>
                  <a:pt x="2224988" y="2800724"/>
                  <a:pt x="2227588" y="2798834"/>
                  <a:pt x="2229188" y="2796645"/>
                </a:cubicBezTo>
                <a:cubicBezTo>
                  <a:pt x="2230788" y="2794456"/>
                  <a:pt x="2231588" y="2791771"/>
                  <a:pt x="2231588" y="2788587"/>
                </a:cubicBezTo>
                <a:lnTo>
                  <a:pt x="2231588" y="2552822"/>
                </a:lnTo>
                <a:lnTo>
                  <a:pt x="2506966" y="2552822"/>
                </a:lnTo>
                <a:lnTo>
                  <a:pt x="2506966" y="2788587"/>
                </a:lnTo>
                <a:cubicBezTo>
                  <a:pt x="2506966" y="2791771"/>
                  <a:pt x="2507766" y="2794456"/>
                  <a:pt x="2509366" y="2796645"/>
                </a:cubicBezTo>
                <a:cubicBezTo>
                  <a:pt x="2510966" y="2798834"/>
                  <a:pt x="2513566" y="2800724"/>
                  <a:pt x="2517165" y="2802316"/>
                </a:cubicBezTo>
                <a:cubicBezTo>
                  <a:pt x="2520765" y="2803907"/>
                  <a:pt x="2525765" y="2805101"/>
                  <a:pt x="2532164" y="2805896"/>
                </a:cubicBezTo>
                <a:cubicBezTo>
                  <a:pt x="2538564" y="2806692"/>
                  <a:pt x="2546763" y="2807090"/>
                  <a:pt x="2556762" y="2807090"/>
                </a:cubicBezTo>
                <a:cubicBezTo>
                  <a:pt x="2566362" y="2807090"/>
                  <a:pt x="2574361" y="2806692"/>
                  <a:pt x="2580761" y="2805896"/>
                </a:cubicBezTo>
                <a:cubicBezTo>
                  <a:pt x="2587159" y="2805101"/>
                  <a:pt x="2592160" y="2803907"/>
                  <a:pt x="2595759" y="2802316"/>
                </a:cubicBezTo>
                <a:cubicBezTo>
                  <a:pt x="2599359" y="2800724"/>
                  <a:pt x="2601959" y="2798834"/>
                  <a:pt x="2603558" y="2796645"/>
                </a:cubicBezTo>
                <a:cubicBezTo>
                  <a:pt x="2605159" y="2794456"/>
                  <a:pt x="2605959" y="2791771"/>
                  <a:pt x="2605959" y="2788587"/>
                </a:cubicBezTo>
                <a:lnTo>
                  <a:pt x="2605959" y="2251400"/>
                </a:lnTo>
                <a:cubicBezTo>
                  <a:pt x="2605959" y="2248216"/>
                  <a:pt x="2605159" y="2245530"/>
                  <a:pt x="2603558" y="2243342"/>
                </a:cubicBezTo>
                <a:cubicBezTo>
                  <a:pt x="2601959" y="2241154"/>
                  <a:pt x="2599359" y="2239164"/>
                  <a:pt x="2595759" y="2237373"/>
                </a:cubicBezTo>
                <a:cubicBezTo>
                  <a:pt x="2592160" y="2235582"/>
                  <a:pt x="2587159" y="2234389"/>
                  <a:pt x="2580761" y="2233793"/>
                </a:cubicBezTo>
                <a:cubicBezTo>
                  <a:pt x="2574361" y="2233195"/>
                  <a:pt x="2566362" y="2232896"/>
                  <a:pt x="2556762" y="2232896"/>
                </a:cubicBezTo>
                <a:cubicBezTo>
                  <a:pt x="2546763" y="2232896"/>
                  <a:pt x="2538564" y="2233195"/>
                  <a:pt x="2532164" y="2233793"/>
                </a:cubicBezTo>
                <a:cubicBezTo>
                  <a:pt x="2525765" y="2234389"/>
                  <a:pt x="2520765" y="2235582"/>
                  <a:pt x="2517165" y="2237373"/>
                </a:cubicBezTo>
                <a:cubicBezTo>
                  <a:pt x="2513566" y="2239164"/>
                  <a:pt x="2510966" y="2241154"/>
                  <a:pt x="2509366" y="2243342"/>
                </a:cubicBezTo>
                <a:cubicBezTo>
                  <a:pt x="2507766" y="2245530"/>
                  <a:pt x="2506966" y="2248216"/>
                  <a:pt x="2506966" y="2251400"/>
                </a:cubicBezTo>
                <a:lnTo>
                  <a:pt x="2506966" y="2469855"/>
                </a:lnTo>
                <a:lnTo>
                  <a:pt x="2231588" y="2469855"/>
                </a:lnTo>
                <a:lnTo>
                  <a:pt x="2231588" y="2251400"/>
                </a:lnTo>
                <a:cubicBezTo>
                  <a:pt x="2231588" y="2248216"/>
                  <a:pt x="2230788" y="2245530"/>
                  <a:pt x="2229188" y="2243342"/>
                </a:cubicBezTo>
                <a:cubicBezTo>
                  <a:pt x="2227588" y="2241154"/>
                  <a:pt x="2224988" y="2239164"/>
                  <a:pt x="2221388" y="2237373"/>
                </a:cubicBezTo>
                <a:cubicBezTo>
                  <a:pt x="2217788" y="2235582"/>
                  <a:pt x="2212788" y="2234389"/>
                  <a:pt x="2206390" y="2233793"/>
                </a:cubicBezTo>
                <a:cubicBezTo>
                  <a:pt x="2199989" y="2233195"/>
                  <a:pt x="2191791" y="2232896"/>
                  <a:pt x="2181792" y="2232896"/>
                </a:cubicBezTo>
                <a:close/>
                <a:moveTo>
                  <a:pt x="1518843" y="2232896"/>
                </a:moveTo>
                <a:cubicBezTo>
                  <a:pt x="1509643" y="2232896"/>
                  <a:pt x="1501844" y="2233195"/>
                  <a:pt x="1495445" y="2233793"/>
                </a:cubicBezTo>
                <a:cubicBezTo>
                  <a:pt x="1489045" y="2234389"/>
                  <a:pt x="1483946" y="2235483"/>
                  <a:pt x="1480146" y="2237075"/>
                </a:cubicBezTo>
                <a:cubicBezTo>
                  <a:pt x="1476346" y="2238666"/>
                  <a:pt x="1473747" y="2240656"/>
                  <a:pt x="1472347" y="2243044"/>
                </a:cubicBezTo>
                <a:cubicBezTo>
                  <a:pt x="1470947" y="2245431"/>
                  <a:pt x="1470247" y="2248018"/>
                  <a:pt x="1470247" y="2250803"/>
                </a:cubicBezTo>
                <a:lnTo>
                  <a:pt x="1470247" y="2789184"/>
                </a:lnTo>
                <a:cubicBezTo>
                  <a:pt x="1470247" y="2791970"/>
                  <a:pt x="1470947" y="2794556"/>
                  <a:pt x="1472347" y="2796944"/>
                </a:cubicBezTo>
                <a:cubicBezTo>
                  <a:pt x="1473747" y="2799331"/>
                  <a:pt x="1476146" y="2801221"/>
                  <a:pt x="1479547" y="2802614"/>
                </a:cubicBezTo>
                <a:cubicBezTo>
                  <a:pt x="1482946" y="2804006"/>
                  <a:pt x="1487446" y="2805101"/>
                  <a:pt x="1493045" y="2805896"/>
                </a:cubicBezTo>
                <a:cubicBezTo>
                  <a:pt x="1498644" y="2806692"/>
                  <a:pt x="1505844" y="2807090"/>
                  <a:pt x="1514643" y="2807090"/>
                </a:cubicBezTo>
                <a:cubicBezTo>
                  <a:pt x="1522243" y="2807090"/>
                  <a:pt x="1528642" y="2806791"/>
                  <a:pt x="1533842" y="2806195"/>
                </a:cubicBezTo>
                <a:cubicBezTo>
                  <a:pt x="1539042" y="2805599"/>
                  <a:pt x="1543341" y="2804604"/>
                  <a:pt x="1546740" y="2803210"/>
                </a:cubicBezTo>
                <a:cubicBezTo>
                  <a:pt x="1550141" y="2801818"/>
                  <a:pt x="1552940" y="2799928"/>
                  <a:pt x="1555140" y="2797541"/>
                </a:cubicBezTo>
                <a:cubicBezTo>
                  <a:pt x="1557340" y="2795153"/>
                  <a:pt x="1559840" y="2792368"/>
                  <a:pt x="1562639" y="2789184"/>
                </a:cubicBezTo>
                <a:lnTo>
                  <a:pt x="1791822" y="2477616"/>
                </a:lnTo>
                <a:cubicBezTo>
                  <a:pt x="1803021" y="2462494"/>
                  <a:pt x="1814120" y="2447274"/>
                  <a:pt x="1825119" y="2431954"/>
                </a:cubicBezTo>
                <a:cubicBezTo>
                  <a:pt x="1836118" y="2416634"/>
                  <a:pt x="1846218" y="2401016"/>
                  <a:pt x="1855417" y="2385100"/>
                </a:cubicBezTo>
                <a:cubicBezTo>
                  <a:pt x="1854217" y="2400618"/>
                  <a:pt x="1853217" y="2416436"/>
                  <a:pt x="1852417" y="2432552"/>
                </a:cubicBezTo>
                <a:cubicBezTo>
                  <a:pt x="1851617" y="2448667"/>
                  <a:pt x="1851217" y="2464485"/>
                  <a:pt x="1851217" y="2480003"/>
                </a:cubicBezTo>
                <a:lnTo>
                  <a:pt x="1851217" y="2789184"/>
                </a:lnTo>
                <a:cubicBezTo>
                  <a:pt x="1851217" y="2791970"/>
                  <a:pt x="1852017" y="2794556"/>
                  <a:pt x="1853617" y="2796944"/>
                </a:cubicBezTo>
                <a:cubicBezTo>
                  <a:pt x="1855217" y="2799331"/>
                  <a:pt x="1858016" y="2801221"/>
                  <a:pt x="1862016" y="2802614"/>
                </a:cubicBezTo>
                <a:cubicBezTo>
                  <a:pt x="1866016" y="2804006"/>
                  <a:pt x="1871215" y="2805101"/>
                  <a:pt x="1877615" y="2805896"/>
                </a:cubicBezTo>
                <a:cubicBezTo>
                  <a:pt x="1884014" y="2806692"/>
                  <a:pt x="1892014" y="2807090"/>
                  <a:pt x="1901613" y="2807090"/>
                </a:cubicBezTo>
                <a:cubicBezTo>
                  <a:pt x="1911213" y="2807090"/>
                  <a:pt x="1919212" y="2806692"/>
                  <a:pt x="1925611" y="2805896"/>
                </a:cubicBezTo>
                <a:cubicBezTo>
                  <a:pt x="1932011" y="2805101"/>
                  <a:pt x="1937010" y="2804006"/>
                  <a:pt x="1940610" y="2802614"/>
                </a:cubicBezTo>
                <a:cubicBezTo>
                  <a:pt x="1944210" y="2801221"/>
                  <a:pt x="1946810" y="2799331"/>
                  <a:pt x="1948409" y="2796944"/>
                </a:cubicBezTo>
                <a:cubicBezTo>
                  <a:pt x="1950010" y="2794556"/>
                  <a:pt x="1950809" y="2791970"/>
                  <a:pt x="1950809" y="2789184"/>
                </a:cubicBezTo>
                <a:lnTo>
                  <a:pt x="1950809" y="2251400"/>
                </a:lnTo>
                <a:cubicBezTo>
                  <a:pt x="1950809" y="2248216"/>
                  <a:pt x="1950110" y="2245431"/>
                  <a:pt x="1948710" y="2243044"/>
                </a:cubicBezTo>
                <a:cubicBezTo>
                  <a:pt x="1947310" y="2240656"/>
                  <a:pt x="1944910" y="2238666"/>
                  <a:pt x="1941510" y="2237075"/>
                </a:cubicBezTo>
                <a:cubicBezTo>
                  <a:pt x="1938111" y="2235483"/>
                  <a:pt x="1933511" y="2234389"/>
                  <a:pt x="1927711" y="2233793"/>
                </a:cubicBezTo>
                <a:cubicBezTo>
                  <a:pt x="1921911" y="2233195"/>
                  <a:pt x="1914813" y="2232896"/>
                  <a:pt x="1906413" y="2232896"/>
                </a:cubicBezTo>
                <a:cubicBezTo>
                  <a:pt x="1898014" y="2232896"/>
                  <a:pt x="1891214" y="2233195"/>
                  <a:pt x="1886015" y="2233793"/>
                </a:cubicBezTo>
                <a:cubicBezTo>
                  <a:pt x="1880815" y="2234389"/>
                  <a:pt x="1876315" y="2235384"/>
                  <a:pt x="1872515" y="2236776"/>
                </a:cubicBezTo>
                <a:cubicBezTo>
                  <a:pt x="1868716" y="2238169"/>
                  <a:pt x="1865516" y="2240059"/>
                  <a:pt x="1862916" y="2242446"/>
                </a:cubicBezTo>
                <a:cubicBezTo>
                  <a:pt x="1860316" y="2244834"/>
                  <a:pt x="1857817" y="2247620"/>
                  <a:pt x="1855417" y="2250803"/>
                </a:cubicBezTo>
                <a:lnTo>
                  <a:pt x="1623235" y="2566550"/>
                </a:lnTo>
                <a:cubicBezTo>
                  <a:pt x="1612436" y="2580477"/>
                  <a:pt x="1602336" y="2594702"/>
                  <a:pt x="1592937" y="2609227"/>
                </a:cubicBezTo>
                <a:cubicBezTo>
                  <a:pt x="1583538" y="2623750"/>
                  <a:pt x="1574239" y="2638573"/>
                  <a:pt x="1565039" y="2653694"/>
                </a:cubicBezTo>
                <a:cubicBezTo>
                  <a:pt x="1566239" y="2638573"/>
                  <a:pt x="1567239" y="2623353"/>
                  <a:pt x="1568039" y="2608032"/>
                </a:cubicBezTo>
                <a:cubicBezTo>
                  <a:pt x="1568839" y="2592713"/>
                  <a:pt x="1569239" y="2577294"/>
                  <a:pt x="1569239" y="2561775"/>
                </a:cubicBezTo>
                <a:lnTo>
                  <a:pt x="1569239" y="2250803"/>
                </a:lnTo>
                <a:cubicBezTo>
                  <a:pt x="1569239" y="2244834"/>
                  <a:pt x="1565640" y="2240358"/>
                  <a:pt x="1558440" y="2237373"/>
                </a:cubicBezTo>
                <a:cubicBezTo>
                  <a:pt x="1551240" y="2234389"/>
                  <a:pt x="1538041" y="2232896"/>
                  <a:pt x="1518843" y="2232896"/>
                </a:cubicBezTo>
                <a:close/>
                <a:moveTo>
                  <a:pt x="233743" y="2031153"/>
                </a:moveTo>
                <a:cubicBezTo>
                  <a:pt x="224544" y="2031153"/>
                  <a:pt x="215945" y="2034237"/>
                  <a:pt x="207946" y="2040404"/>
                </a:cubicBezTo>
                <a:cubicBezTo>
                  <a:pt x="199946" y="2046573"/>
                  <a:pt x="195946" y="2057416"/>
                  <a:pt x="195946" y="2072935"/>
                </a:cubicBezTo>
                <a:lnTo>
                  <a:pt x="195946" y="2761131"/>
                </a:lnTo>
                <a:cubicBezTo>
                  <a:pt x="195946" y="2777048"/>
                  <a:pt x="199946" y="2788090"/>
                  <a:pt x="207946" y="2794258"/>
                </a:cubicBezTo>
                <a:cubicBezTo>
                  <a:pt x="215945" y="2800425"/>
                  <a:pt x="224744" y="2803509"/>
                  <a:pt x="234343" y="2803509"/>
                </a:cubicBezTo>
                <a:lnTo>
                  <a:pt x="421529" y="2803509"/>
                </a:lnTo>
                <a:cubicBezTo>
                  <a:pt x="481524" y="2803509"/>
                  <a:pt x="528920" y="2797043"/>
                  <a:pt x="563718" y="2784111"/>
                </a:cubicBezTo>
                <a:cubicBezTo>
                  <a:pt x="598515" y="2771178"/>
                  <a:pt x="626413" y="2754168"/>
                  <a:pt x="647411" y="2733078"/>
                </a:cubicBezTo>
                <a:cubicBezTo>
                  <a:pt x="668409" y="2711988"/>
                  <a:pt x="683608" y="2687616"/>
                  <a:pt x="693008" y="2659960"/>
                </a:cubicBezTo>
                <a:cubicBezTo>
                  <a:pt x="702406" y="2632306"/>
                  <a:pt x="707107" y="2603556"/>
                  <a:pt x="707107" y="2573713"/>
                </a:cubicBezTo>
                <a:cubicBezTo>
                  <a:pt x="707107" y="2541083"/>
                  <a:pt x="701506" y="2511538"/>
                  <a:pt x="690308" y="2485076"/>
                </a:cubicBezTo>
                <a:cubicBezTo>
                  <a:pt x="679108" y="2458615"/>
                  <a:pt x="662709" y="2436033"/>
                  <a:pt x="641111" y="2417331"/>
                </a:cubicBezTo>
                <a:cubicBezTo>
                  <a:pt x="619513" y="2398629"/>
                  <a:pt x="592915" y="2384304"/>
                  <a:pt x="561318" y="2374356"/>
                </a:cubicBezTo>
                <a:cubicBezTo>
                  <a:pt x="529721" y="2364408"/>
                  <a:pt x="489523" y="2359434"/>
                  <a:pt x="440727" y="2359434"/>
                </a:cubicBezTo>
                <a:lnTo>
                  <a:pt x="298538" y="2359434"/>
                </a:lnTo>
                <a:lnTo>
                  <a:pt x="298538" y="2117700"/>
                </a:lnTo>
                <a:lnTo>
                  <a:pt x="636912" y="2117700"/>
                </a:lnTo>
                <a:cubicBezTo>
                  <a:pt x="640512" y="2117700"/>
                  <a:pt x="643612" y="2116804"/>
                  <a:pt x="646211" y="2115014"/>
                </a:cubicBezTo>
                <a:cubicBezTo>
                  <a:pt x="648811" y="2113223"/>
                  <a:pt x="651011" y="2110637"/>
                  <a:pt x="652811" y="2107254"/>
                </a:cubicBezTo>
                <a:cubicBezTo>
                  <a:pt x="654611" y="2103872"/>
                  <a:pt x="655911" y="2099396"/>
                  <a:pt x="656710" y="2093825"/>
                </a:cubicBezTo>
                <a:cubicBezTo>
                  <a:pt x="657510" y="2088254"/>
                  <a:pt x="657910" y="2081887"/>
                  <a:pt x="657910" y="2074725"/>
                </a:cubicBezTo>
                <a:cubicBezTo>
                  <a:pt x="657910" y="2066766"/>
                  <a:pt x="657510" y="2060101"/>
                  <a:pt x="656710" y="2054730"/>
                </a:cubicBezTo>
                <a:cubicBezTo>
                  <a:pt x="655911" y="2049358"/>
                  <a:pt x="654611" y="2044881"/>
                  <a:pt x="652811" y="2041300"/>
                </a:cubicBezTo>
                <a:cubicBezTo>
                  <a:pt x="651011" y="2037718"/>
                  <a:pt x="648711" y="2035132"/>
                  <a:pt x="645911" y="2033540"/>
                </a:cubicBezTo>
                <a:cubicBezTo>
                  <a:pt x="643112" y="2031949"/>
                  <a:pt x="639912" y="2031153"/>
                  <a:pt x="636312" y="2031153"/>
                </a:cubicBezTo>
                <a:close/>
                <a:moveTo>
                  <a:pt x="1184669" y="774731"/>
                </a:moveTo>
                <a:lnTo>
                  <a:pt x="1184669" y="1088687"/>
                </a:lnTo>
                <a:cubicBezTo>
                  <a:pt x="1184669" y="1174239"/>
                  <a:pt x="1204867" y="1241089"/>
                  <a:pt x="1245264" y="1289237"/>
                </a:cubicBezTo>
                <a:cubicBezTo>
                  <a:pt x="1297261" y="1350914"/>
                  <a:pt x="1365855" y="1381753"/>
                  <a:pt x="1451048" y="1381753"/>
                </a:cubicBezTo>
                <a:cubicBezTo>
                  <a:pt x="1525843" y="1381753"/>
                  <a:pt x="1589038" y="1355192"/>
                  <a:pt x="1640634" y="1302070"/>
                </a:cubicBezTo>
                <a:cubicBezTo>
                  <a:pt x="1692230" y="1248949"/>
                  <a:pt x="1718027" y="1183789"/>
                  <a:pt x="1718027" y="1106594"/>
                </a:cubicBezTo>
                <a:lnTo>
                  <a:pt x="1718027" y="774731"/>
                </a:lnTo>
                <a:lnTo>
                  <a:pt x="1493645" y="774731"/>
                </a:lnTo>
                <a:lnTo>
                  <a:pt x="1493645" y="1110772"/>
                </a:lnTo>
                <a:cubicBezTo>
                  <a:pt x="1493645" y="1144594"/>
                  <a:pt x="1479646" y="1161506"/>
                  <a:pt x="1451648" y="1161506"/>
                </a:cubicBezTo>
                <a:cubicBezTo>
                  <a:pt x="1423250" y="1161506"/>
                  <a:pt x="1409051" y="1144594"/>
                  <a:pt x="1409051" y="1110772"/>
                </a:cubicBezTo>
                <a:lnTo>
                  <a:pt x="1409051" y="774731"/>
                </a:lnTo>
                <a:close/>
                <a:moveTo>
                  <a:pt x="1050880" y="753840"/>
                </a:moveTo>
                <a:cubicBezTo>
                  <a:pt x="972085" y="753840"/>
                  <a:pt x="909091" y="779406"/>
                  <a:pt x="861894" y="830539"/>
                </a:cubicBezTo>
                <a:cubicBezTo>
                  <a:pt x="814698" y="881671"/>
                  <a:pt x="791099" y="950213"/>
                  <a:pt x="791099" y="1036162"/>
                </a:cubicBezTo>
                <a:lnTo>
                  <a:pt x="791099" y="1361459"/>
                </a:lnTo>
                <a:lnTo>
                  <a:pt x="1015482" y="1361459"/>
                </a:lnTo>
                <a:lnTo>
                  <a:pt x="1015482" y="1079137"/>
                </a:lnTo>
                <a:cubicBezTo>
                  <a:pt x="1015482" y="1017063"/>
                  <a:pt x="1035881" y="986025"/>
                  <a:pt x="1076677" y="986025"/>
                </a:cubicBezTo>
                <a:cubicBezTo>
                  <a:pt x="1089476" y="986025"/>
                  <a:pt x="1103675" y="990402"/>
                  <a:pt x="1119274" y="999157"/>
                </a:cubicBezTo>
                <a:lnTo>
                  <a:pt x="1119274" y="760406"/>
                </a:lnTo>
                <a:cubicBezTo>
                  <a:pt x="1091276" y="756029"/>
                  <a:pt x="1068478" y="753840"/>
                  <a:pt x="1050880" y="753840"/>
                </a:cubicBezTo>
                <a:close/>
                <a:moveTo>
                  <a:pt x="2130195" y="753244"/>
                </a:moveTo>
                <a:cubicBezTo>
                  <a:pt x="2041403" y="753244"/>
                  <a:pt x="1966508" y="783287"/>
                  <a:pt x="1905513" y="843372"/>
                </a:cubicBezTo>
                <a:cubicBezTo>
                  <a:pt x="1844518" y="903457"/>
                  <a:pt x="1814020" y="977072"/>
                  <a:pt x="1814020" y="1064215"/>
                </a:cubicBezTo>
                <a:cubicBezTo>
                  <a:pt x="1814020" y="1151757"/>
                  <a:pt x="1844217" y="1225173"/>
                  <a:pt x="1904613" y="1284463"/>
                </a:cubicBezTo>
                <a:cubicBezTo>
                  <a:pt x="1965008" y="1343752"/>
                  <a:pt x="2039603" y="1373396"/>
                  <a:pt x="2128396" y="1373396"/>
                </a:cubicBezTo>
                <a:cubicBezTo>
                  <a:pt x="2201190" y="1373396"/>
                  <a:pt x="2267385" y="1350118"/>
                  <a:pt x="2326980" y="1303563"/>
                </a:cubicBezTo>
                <a:lnTo>
                  <a:pt x="2199190" y="1150763"/>
                </a:lnTo>
                <a:cubicBezTo>
                  <a:pt x="2178392" y="1173046"/>
                  <a:pt x="2156793" y="1184187"/>
                  <a:pt x="2134395" y="1184187"/>
                </a:cubicBezTo>
                <a:cubicBezTo>
                  <a:pt x="2106798" y="1184187"/>
                  <a:pt x="2084499" y="1172250"/>
                  <a:pt x="2067501" y="1148375"/>
                </a:cubicBezTo>
                <a:cubicBezTo>
                  <a:pt x="2050502" y="1124500"/>
                  <a:pt x="2042002" y="1093263"/>
                  <a:pt x="2042002" y="1054666"/>
                </a:cubicBezTo>
                <a:cubicBezTo>
                  <a:pt x="2042002" y="1017659"/>
                  <a:pt x="2050801" y="987318"/>
                  <a:pt x="2068401" y="963642"/>
                </a:cubicBezTo>
                <a:cubicBezTo>
                  <a:pt x="2085999" y="939966"/>
                  <a:pt x="2108797" y="928128"/>
                  <a:pt x="2136795" y="928128"/>
                </a:cubicBezTo>
                <a:cubicBezTo>
                  <a:pt x="2178792" y="928128"/>
                  <a:pt x="2203790" y="950213"/>
                  <a:pt x="2211789" y="994381"/>
                </a:cubicBezTo>
                <a:lnTo>
                  <a:pt x="2097798" y="994381"/>
                </a:lnTo>
                <a:cubicBezTo>
                  <a:pt x="2090598" y="1013481"/>
                  <a:pt x="2086998" y="1032979"/>
                  <a:pt x="2086998" y="1052875"/>
                </a:cubicBezTo>
                <a:cubicBezTo>
                  <a:pt x="2086998" y="1067200"/>
                  <a:pt x="2089599" y="1082918"/>
                  <a:pt x="2094798" y="1100028"/>
                </a:cubicBezTo>
                <a:lnTo>
                  <a:pt x="2434971" y="1100028"/>
                </a:lnTo>
                <a:cubicBezTo>
                  <a:pt x="2436571" y="1080928"/>
                  <a:pt x="2437372" y="1067001"/>
                  <a:pt x="2437372" y="1058246"/>
                </a:cubicBezTo>
                <a:cubicBezTo>
                  <a:pt x="2437372" y="972296"/>
                  <a:pt x="2407874" y="899975"/>
                  <a:pt x="2348878" y="841282"/>
                </a:cubicBezTo>
                <a:cubicBezTo>
                  <a:pt x="2289883" y="782590"/>
                  <a:pt x="2216989" y="753244"/>
                  <a:pt x="2130195" y="753244"/>
                </a:cubicBezTo>
                <a:close/>
                <a:moveTo>
                  <a:pt x="100554" y="546725"/>
                </a:moveTo>
                <a:lnTo>
                  <a:pt x="100554" y="780700"/>
                </a:lnTo>
                <a:lnTo>
                  <a:pt x="287139" y="780700"/>
                </a:lnTo>
                <a:lnTo>
                  <a:pt x="287139" y="1361459"/>
                </a:lnTo>
                <a:lnTo>
                  <a:pt x="530720" y="1361459"/>
                </a:lnTo>
                <a:lnTo>
                  <a:pt x="530720" y="780700"/>
                </a:lnTo>
                <a:lnTo>
                  <a:pt x="716706" y="780700"/>
                </a:lnTo>
                <a:lnTo>
                  <a:pt x="716706" y="546725"/>
                </a:lnTo>
                <a:close/>
                <a:moveTo>
                  <a:pt x="3481794" y="453900"/>
                </a:moveTo>
                <a:cubicBezTo>
                  <a:pt x="3488183" y="453900"/>
                  <a:pt x="3493523" y="455389"/>
                  <a:pt x="3497816" y="458365"/>
                </a:cubicBezTo>
                <a:cubicBezTo>
                  <a:pt x="3502109" y="461342"/>
                  <a:pt x="3505528" y="465311"/>
                  <a:pt x="3508074" y="470272"/>
                </a:cubicBezTo>
                <a:cubicBezTo>
                  <a:pt x="3510619" y="475232"/>
                  <a:pt x="3512416" y="480913"/>
                  <a:pt x="3513464" y="487312"/>
                </a:cubicBezTo>
                <a:cubicBezTo>
                  <a:pt x="3514512" y="493712"/>
                  <a:pt x="3515036" y="500335"/>
                  <a:pt x="3515036" y="507181"/>
                </a:cubicBezTo>
                <a:cubicBezTo>
                  <a:pt x="3515036" y="513432"/>
                  <a:pt x="3514387" y="519633"/>
                  <a:pt x="3513090" y="525784"/>
                </a:cubicBezTo>
                <a:cubicBezTo>
                  <a:pt x="3511792" y="531936"/>
                  <a:pt x="3509770" y="537492"/>
                  <a:pt x="3507025" y="542453"/>
                </a:cubicBezTo>
                <a:cubicBezTo>
                  <a:pt x="3504279" y="547414"/>
                  <a:pt x="3500685" y="551383"/>
                  <a:pt x="3496243" y="554359"/>
                </a:cubicBezTo>
                <a:cubicBezTo>
                  <a:pt x="3491801" y="557336"/>
                  <a:pt x="3486485" y="558824"/>
                  <a:pt x="3480296" y="558824"/>
                </a:cubicBezTo>
                <a:cubicBezTo>
                  <a:pt x="3473608" y="558824"/>
                  <a:pt x="3467219" y="556641"/>
                  <a:pt x="3461130" y="552276"/>
                </a:cubicBezTo>
                <a:cubicBezTo>
                  <a:pt x="3455040" y="547910"/>
                  <a:pt x="3448601" y="541610"/>
                  <a:pt x="3441812" y="533375"/>
                </a:cubicBezTo>
                <a:lnTo>
                  <a:pt x="3441812" y="480094"/>
                </a:lnTo>
                <a:cubicBezTo>
                  <a:pt x="3445705" y="475232"/>
                  <a:pt x="3449399" y="471140"/>
                  <a:pt x="3452893" y="467816"/>
                </a:cubicBezTo>
                <a:cubicBezTo>
                  <a:pt x="3456388" y="464492"/>
                  <a:pt x="3459732" y="461813"/>
                  <a:pt x="3462927" y="459779"/>
                </a:cubicBezTo>
                <a:cubicBezTo>
                  <a:pt x="3466121" y="457745"/>
                  <a:pt x="3469265" y="456257"/>
                  <a:pt x="3472360" y="455314"/>
                </a:cubicBezTo>
                <a:cubicBezTo>
                  <a:pt x="3475454" y="454372"/>
                  <a:pt x="3478599" y="453900"/>
                  <a:pt x="3481794" y="453900"/>
                </a:cubicBezTo>
                <a:close/>
                <a:moveTo>
                  <a:pt x="3637152" y="453305"/>
                </a:moveTo>
                <a:cubicBezTo>
                  <a:pt x="3645061" y="453305"/>
                  <a:pt x="3651669" y="454719"/>
                  <a:pt x="3656975" y="457547"/>
                </a:cubicBezTo>
                <a:cubicBezTo>
                  <a:pt x="3662281" y="460374"/>
                  <a:pt x="3666486" y="464219"/>
                  <a:pt x="3669589" y="469081"/>
                </a:cubicBezTo>
                <a:cubicBezTo>
                  <a:pt x="3672693" y="473943"/>
                  <a:pt x="3674921" y="479598"/>
                  <a:pt x="3676273" y="486047"/>
                </a:cubicBezTo>
                <a:cubicBezTo>
                  <a:pt x="3677625" y="492497"/>
                  <a:pt x="3678300" y="499343"/>
                  <a:pt x="3678300" y="506586"/>
                </a:cubicBezTo>
                <a:cubicBezTo>
                  <a:pt x="3678300" y="514325"/>
                  <a:pt x="3677499" y="521419"/>
                  <a:pt x="3675897" y="527868"/>
                </a:cubicBezTo>
                <a:cubicBezTo>
                  <a:pt x="3674295" y="534317"/>
                  <a:pt x="3671792" y="539874"/>
                  <a:pt x="3668388" y="544537"/>
                </a:cubicBezTo>
                <a:cubicBezTo>
                  <a:pt x="3664985" y="549200"/>
                  <a:pt x="3660630" y="552822"/>
                  <a:pt x="3655324" y="555401"/>
                </a:cubicBezTo>
                <a:cubicBezTo>
                  <a:pt x="3650018" y="557981"/>
                  <a:pt x="3643761" y="559271"/>
                  <a:pt x="3636552" y="559271"/>
                </a:cubicBezTo>
                <a:cubicBezTo>
                  <a:pt x="3628642" y="559271"/>
                  <a:pt x="3622035" y="557857"/>
                  <a:pt x="3616729" y="555029"/>
                </a:cubicBezTo>
                <a:cubicBezTo>
                  <a:pt x="3611423" y="552201"/>
                  <a:pt x="3607193" y="548382"/>
                  <a:pt x="3604040" y="543569"/>
                </a:cubicBezTo>
                <a:cubicBezTo>
                  <a:pt x="3600887" y="538757"/>
                  <a:pt x="3598634" y="533127"/>
                  <a:pt x="3597282" y="526677"/>
                </a:cubicBezTo>
                <a:cubicBezTo>
                  <a:pt x="3595930" y="520228"/>
                  <a:pt x="3595254" y="513332"/>
                  <a:pt x="3595254" y="505990"/>
                </a:cubicBezTo>
                <a:cubicBezTo>
                  <a:pt x="3595254" y="498350"/>
                  <a:pt x="3596080" y="491306"/>
                  <a:pt x="3597732" y="484857"/>
                </a:cubicBezTo>
                <a:cubicBezTo>
                  <a:pt x="3599384" y="478407"/>
                  <a:pt x="3601912" y="472826"/>
                  <a:pt x="3605315" y="468114"/>
                </a:cubicBezTo>
                <a:cubicBezTo>
                  <a:pt x="3608719" y="463401"/>
                  <a:pt x="3613049" y="459754"/>
                  <a:pt x="3618305" y="457175"/>
                </a:cubicBezTo>
                <a:cubicBezTo>
                  <a:pt x="3623562" y="454595"/>
                  <a:pt x="3629844" y="453305"/>
                  <a:pt x="3637152" y="453305"/>
                </a:cubicBezTo>
                <a:close/>
                <a:moveTo>
                  <a:pt x="2913252" y="453305"/>
                </a:moveTo>
                <a:cubicBezTo>
                  <a:pt x="2921162" y="453305"/>
                  <a:pt x="2927769" y="454719"/>
                  <a:pt x="2933075" y="457547"/>
                </a:cubicBezTo>
                <a:cubicBezTo>
                  <a:pt x="2938381" y="460374"/>
                  <a:pt x="2942586" y="464219"/>
                  <a:pt x="2945689" y="469081"/>
                </a:cubicBezTo>
                <a:cubicBezTo>
                  <a:pt x="2948793" y="473943"/>
                  <a:pt x="2951021" y="479598"/>
                  <a:pt x="2952373" y="486047"/>
                </a:cubicBezTo>
                <a:cubicBezTo>
                  <a:pt x="2953725" y="492497"/>
                  <a:pt x="2954401" y="499343"/>
                  <a:pt x="2954401" y="506586"/>
                </a:cubicBezTo>
                <a:cubicBezTo>
                  <a:pt x="2954401" y="514325"/>
                  <a:pt x="2953600" y="521419"/>
                  <a:pt x="2951997" y="527868"/>
                </a:cubicBezTo>
                <a:cubicBezTo>
                  <a:pt x="2950395" y="534317"/>
                  <a:pt x="2947892" y="539874"/>
                  <a:pt x="2944488" y="544537"/>
                </a:cubicBezTo>
                <a:cubicBezTo>
                  <a:pt x="2941085" y="549200"/>
                  <a:pt x="2936730" y="552822"/>
                  <a:pt x="2931424" y="555401"/>
                </a:cubicBezTo>
                <a:cubicBezTo>
                  <a:pt x="2926118" y="557981"/>
                  <a:pt x="2919861" y="559271"/>
                  <a:pt x="2912652" y="559271"/>
                </a:cubicBezTo>
                <a:cubicBezTo>
                  <a:pt x="2904742" y="559271"/>
                  <a:pt x="2898134" y="557857"/>
                  <a:pt x="2892829" y="555029"/>
                </a:cubicBezTo>
                <a:cubicBezTo>
                  <a:pt x="2887523" y="552201"/>
                  <a:pt x="2883293" y="548382"/>
                  <a:pt x="2880140" y="543569"/>
                </a:cubicBezTo>
                <a:cubicBezTo>
                  <a:pt x="2876987" y="538757"/>
                  <a:pt x="2874734" y="533127"/>
                  <a:pt x="2873382" y="526677"/>
                </a:cubicBezTo>
                <a:cubicBezTo>
                  <a:pt x="2872030" y="520228"/>
                  <a:pt x="2871354" y="513332"/>
                  <a:pt x="2871354" y="505990"/>
                </a:cubicBezTo>
                <a:cubicBezTo>
                  <a:pt x="2871354" y="498350"/>
                  <a:pt x="2872180" y="491306"/>
                  <a:pt x="2873832" y="484857"/>
                </a:cubicBezTo>
                <a:cubicBezTo>
                  <a:pt x="2875484" y="478407"/>
                  <a:pt x="2878012" y="472826"/>
                  <a:pt x="2881416" y="468114"/>
                </a:cubicBezTo>
                <a:cubicBezTo>
                  <a:pt x="2884819" y="463401"/>
                  <a:pt x="2889149" y="459754"/>
                  <a:pt x="2894405" y="457175"/>
                </a:cubicBezTo>
                <a:cubicBezTo>
                  <a:pt x="2899662" y="454595"/>
                  <a:pt x="2905944" y="453305"/>
                  <a:pt x="2913252" y="453305"/>
                </a:cubicBezTo>
                <a:close/>
                <a:moveTo>
                  <a:pt x="3795212" y="451966"/>
                </a:moveTo>
                <a:cubicBezTo>
                  <a:pt x="3807092" y="451966"/>
                  <a:pt x="3816051" y="455637"/>
                  <a:pt x="3822090" y="462979"/>
                </a:cubicBezTo>
                <a:cubicBezTo>
                  <a:pt x="3828128" y="470321"/>
                  <a:pt x="3830998" y="480441"/>
                  <a:pt x="3830700" y="493340"/>
                </a:cubicBezTo>
                <a:lnTo>
                  <a:pt x="3757626" y="493340"/>
                </a:lnTo>
                <a:cubicBezTo>
                  <a:pt x="3757826" y="487883"/>
                  <a:pt x="3758774" y="482649"/>
                  <a:pt x="3760471" y="477638"/>
                </a:cubicBezTo>
                <a:cubicBezTo>
                  <a:pt x="3762168" y="472628"/>
                  <a:pt x="3764564" y="468238"/>
                  <a:pt x="3767659" y="464467"/>
                </a:cubicBezTo>
                <a:cubicBezTo>
                  <a:pt x="3770754" y="460697"/>
                  <a:pt x="3774598" y="457671"/>
                  <a:pt x="3779190" y="455389"/>
                </a:cubicBezTo>
                <a:cubicBezTo>
                  <a:pt x="3783782" y="453107"/>
                  <a:pt x="3789122" y="451966"/>
                  <a:pt x="3795212" y="451966"/>
                </a:cubicBezTo>
                <a:close/>
                <a:moveTo>
                  <a:pt x="4020159" y="435595"/>
                </a:moveTo>
                <a:cubicBezTo>
                  <a:pt x="4019365" y="435595"/>
                  <a:pt x="4018670" y="435818"/>
                  <a:pt x="4018075" y="436264"/>
                </a:cubicBezTo>
                <a:cubicBezTo>
                  <a:pt x="4017480" y="436711"/>
                  <a:pt x="4016959" y="437405"/>
                  <a:pt x="4016513" y="438348"/>
                </a:cubicBezTo>
                <a:cubicBezTo>
                  <a:pt x="4016066" y="439291"/>
                  <a:pt x="4015719" y="440456"/>
                  <a:pt x="4015471" y="441845"/>
                </a:cubicBezTo>
                <a:cubicBezTo>
                  <a:pt x="4015223" y="443234"/>
                  <a:pt x="4015099" y="444822"/>
                  <a:pt x="4015099" y="446608"/>
                </a:cubicBezTo>
                <a:cubicBezTo>
                  <a:pt x="4015099" y="448592"/>
                  <a:pt x="4015223" y="450304"/>
                  <a:pt x="4015471" y="451742"/>
                </a:cubicBezTo>
                <a:cubicBezTo>
                  <a:pt x="4015719" y="453181"/>
                  <a:pt x="4016041" y="454347"/>
                  <a:pt x="4016438" y="455240"/>
                </a:cubicBezTo>
                <a:cubicBezTo>
                  <a:pt x="4016835" y="456133"/>
                  <a:pt x="4017356" y="456803"/>
                  <a:pt x="4018001" y="457249"/>
                </a:cubicBezTo>
                <a:cubicBezTo>
                  <a:pt x="4018646" y="457696"/>
                  <a:pt x="4019365" y="457919"/>
                  <a:pt x="4020159" y="457919"/>
                </a:cubicBezTo>
                <a:lnTo>
                  <a:pt x="4060342" y="457919"/>
                </a:lnTo>
                <a:lnTo>
                  <a:pt x="4060342" y="573409"/>
                </a:lnTo>
                <a:cubicBezTo>
                  <a:pt x="4060342" y="574203"/>
                  <a:pt x="4060516" y="574873"/>
                  <a:pt x="4060863" y="575419"/>
                </a:cubicBezTo>
                <a:cubicBezTo>
                  <a:pt x="4061211" y="575964"/>
                  <a:pt x="4061856" y="576436"/>
                  <a:pt x="4062798" y="576833"/>
                </a:cubicBezTo>
                <a:cubicBezTo>
                  <a:pt x="4063740" y="577229"/>
                  <a:pt x="4065006" y="577527"/>
                  <a:pt x="4066593" y="577725"/>
                </a:cubicBezTo>
                <a:cubicBezTo>
                  <a:pt x="4068181" y="577924"/>
                  <a:pt x="4070165" y="578023"/>
                  <a:pt x="4072546" y="578023"/>
                </a:cubicBezTo>
                <a:cubicBezTo>
                  <a:pt x="4075027" y="578023"/>
                  <a:pt x="4077061" y="577924"/>
                  <a:pt x="4078648" y="577725"/>
                </a:cubicBezTo>
                <a:cubicBezTo>
                  <a:pt x="4080236" y="577527"/>
                  <a:pt x="4081476" y="577229"/>
                  <a:pt x="4082369" y="576833"/>
                </a:cubicBezTo>
                <a:cubicBezTo>
                  <a:pt x="4083262" y="576436"/>
                  <a:pt x="4083907" y="575964"/>
                  <a:pt x="4084304" y="575419"/>
                </a:cubicBezTo>
                <a:cubicBezTo>
                  <a:pt x="4084701" y="574873"/>
                  <a:pt x="4084899" y="574203"/>
                  <a:pt x="4084899" y="573409"/>
                </a:cubicBezTo>
                <a:lnTo>
                  <a:pt x="4084899" y="457919"/>
                </a:lnTo>
                <a:lnTo>
                  <a:pt x="4125083" y="457919"/>
                </a:lnTo>
                <a:cubicBezTo>
                  <a:pt x="4125975" y="457919"/>
                  <a:pt x="4126720" y="457696"/>
                  <a:pt x="4127315" y="457249"/>
                </a:cubicBezTo>
                <a:cubicBezTo>
                  <a:pt x="4127910" y="456803"/>
                  <a:pt x="4128431" y="456133"/>
                  <a:pt x="4128878" y="455240"/>
                </a:cubicBezTo>
                <a:cubicBezTo>
                  <a:pt x="4129324" y="454347"/>
                  <a:pt x="4129647" y="453206"/>
                  <a:pt x="4129845" y="451817"/>
                </a:cubicBezTo>
                <a:cubicBezTo>
                  <a:pt x="4130044" y="450428"/>
                  <a:pt x="4130143" y="448741"/>
                  <a:pt x="4130143" y="446757"/>
                </a:cubicBezTo>
                <a:cubicBezTo>
                  <a:pt x="4130143" y="444971"/>
                  <a:pt x="4130019" y="443358"/>
                  <a:pt x="4129771" y="441920"/>
                </a:cubicBezTo>
                <a:cubicBezTo>
                  <a:pt x="4129523" y="440481"/>
                  <a:pt x="4129200" y="439291"/>
                  <a:pt x="4128803" y="438348"/>
                </a:cubicBezTo>
                <a:cubicBezTo>
                  <a:pt x="4128406" y="437405"/>
                  <a:pt x="4127886" y="436711"/>
                  <a:pt x="4127241" y="436264"/>
                </a:cubicBezTo>
                <a:cubicBezTo>
                  <a:pt x="4126596" y="435818"/>
                  <a:pt x="4125876" y="435595"/>
                  <a:pt x="4125083" y="435595"/>
                </a:cubicBezTo>
                <a:close/>
                <a:moveTo>
                  <a:pt x="3262921" y="435595"/>
                </a:moveTo>
                <a:cubicBezTo>
                  <a:pt x="3260540" y="435595"/>
                  <a:pt x="3258679" y="436314"/>
                  <a:pt x="3257340" y="437753"/>
                </a:cubicBezTo>
                <a:cubicBezTo>
                  <a:pt x="3256001" y="439191"/>
                  <a:pt x="3255331" y="441399"/>
                  <a:pt x="3255331" y="444375"/>
                </a:cubicBezTo>
                <a:lnTo>
                  <a:pt x="3255331" y="573409"/>
                </a:lnTo>
                <a:cubicBezTo>
                  <a:pt x="3255331" y="574203"/>
                  <a:pt x="3255504" y="574873"/>
                  <a:pt x="3255852" y="575419"/>
                </a:cubicBezTo>
                <a:cubicBezTo>
                  <a:pt x="3256199" y="575964"/>
                  <a:pt x="3256844" y="576436"/>
                  <a:pt x="3257787" y="576833"/>
                </a:cubicBezTo>
                <a:cubicBezTo>
                  <a:pt x="3258729" y="577229"/>
                  <a:pt x="3259994" y="577527"/>
                  <a:pt x="3261582" y="577725"/>
                </a:cubicBezTo>
                <a:cubicBezTo>
                  <a:pt x="3263169" y="577924"/>
                  <a:pt x="3265154" y="578023"/>
                  <a:pt x="3267535" y="578023"/>
                </a:cubicBezTo>
                <a:cubicBezTo>
                  <a:pt x="3269916" y="578023"/>
                  <a:pt x="3271901" y="577924"/>
                  <a:pt x="3273488" y="577725"/>
                </a:cubicBezTo>
                <a:cubicBezTo>
                  <a:pt x="3275076" y="577527"/>
                  <a:pt x="3276340" y="577229"/>
                  <a:pt x="3277283" y="576833"/>
                </a:cubicBezTo>
                <a:cubicBezTo>
                  <a:pt x="3278226" y="576436"/>
                  <a:pt x="3278896" y="575964"/>
                  <a:pt x="3279292" y="575419"/>
                </a:cubicBezTo>
                <a:cubicBezTo>
                  <a:pt x="3279689" y="574873"/>
                  <a:pt x="3279888" y="574203"/>
                  <a:pt x="3279888" y="573409"/>
                </a:cubicBezTo>
                <a:lnTo>
                  <a:pt x="3279888" y="456430"/>
                </a:lnTo>
                <a:lnTo>
                  <a:pt x="3343735" y="456430"/>
                </a:lnTo>
                <a:lnTo>
                  <a:pt x="3343735" y="573409"/>
                </a:lnTo>
                <a:cubicBezTo>
                  <a:pt x="3343735" y="574203"/>
                  <a:pt x="3343933" y="574873"/>
                  <a:pt x="3344330" y="575419"/>
                </a:cubicBezTo>
                <a:cubicBezTo>
                  <a:pt x="3344727" y="575964"/>
                  <a:pt x="3345397" y="576436"/>
                  <a:pt x="3346339" y="576833"/>
                </a:cubicBezTo>
                <a:cubicBezTo>
                  <a:pt x="3347282" y="577229"/>
                  <a:pt x="3348547" y="577527"/>
                  <a:pt x="3350134" y="577725"/>
                </a:cubicBezTo>
                <a:cubicBezTo>
                  <a:pt x="3351722" y="577924"/>
                  <a:pt x="3353756" y="578023"/>
                  <a:pt x="3356236" y="578023"/>
                </a:cubicBezTo>
                <a:cubicBezTo>
                  <a:pt x="3358618" y="578023"/>
                  <a:pt x="3360602" y="577924"/>
                  <a:pt x="3362189" y="577725"/>
                </a:cubicBezTo>
                <a:cubicBezTo>
                  <a:pt x="3363777" y="577527"/>
                  <a:pt x="3365017" y="577229"/>
                  <a:pt x="3365910" y="576833"/>
                </a:cubicBezTo>
                <a:cubicBezTo>
                  <a:pt x="3366803" y="576436"/>
                  <a:pt x="3367448" y="575964"/>
                  <a:pt x="3367845" y="575419"/>
                </a:cubicBezTo>
                <a:cubicBezTo>
                  <a:pt x="3368242" y="574873"/>
                  <a:pt x="3368440" y="574203"/>
                  <a:pt x="3368440" y="573409"/>
                </a:cubicBezTo>
                <a:lnTo>
                  <a:pt x="3368440" y="444375"/>
                </a:lnTo>
                <a:cubicBezTo>
                  <a:pt x="3368440" y="441399"/>
                  <a:pt x="3367795" y="439191"/>
                  <a:pt x="3366506" y="437753"/>
                </a:cubicBezTo>
                <a:cubicBezTo>
                  <a:pt x="3365216" y="436314"/>
                  <a:pt x="3363380" y="435595"/>
                  <a:pt x="3360999" y="435595"/>
                </a:cubicBezTo>
                <a:close/>
                <a:moveTo>
                  <a:pt x="3905710" y="434850"/>
                </a:moveTo>
                <a:cubicBezTo>
                  <a:pt x="3903626" y="434850"/>
                  <a:pt x="3901791" y="434925"/>
                  <a:pt x="3900203" y="435074"/>
                </a:cubicBezTo>
                <a:cubicBezTo>
                  <a:pt x="3898616" y="435223"/>
                  <a:pt x="3897326" y="435446"/>
                  <a:pt x="3896334" y="435743"/>
                </a:cubicBezTo>
                <a:cubicBezTo>
                  <a:pt x="3895341" y="436041"/>
                  <a:pt x="3894622" y="436413"/>
                  <a:pt x="3894176" y="436860"/>
                </a:cubicBezTo>
                <a:cubicBezTo>
                  <a:pt x="3893729" y="437306"/>
                  <a:pt x="3893506" y="437777"/>
                  <a:pt x="3893506" y="438273"/>
                </a:cubicBezTo>
                <a:lnTo>
                  <a:pt x="3893506" y="574302"/>
                </a:lnTo>
                <a:cubicBezTo>
                  <a:pt x="3893506" y="574798"/>
                  <a:pt x="3893729" y="575295"/>
                  <a:pt x="3894176" y="575791"/>
                </a:cubicBezTo>
                <a:cubicBezTo>
                  <a:pt x="3894622" y="576287"/>
                  <a:pt x="3895341" y="576684"/>
                  <a:pt x="3896334" y="576981"/>
                </a:cubicBezTo>
                <a:cubicBezTo>
                  <a:pt x="3897326" y="577279"/>
                  <a:pt x="3898616" y="577527"/>
                  <a:pt x="3900203" y="577725"/>
                </a:cubicBezTo>
                <a:cubicBezTo>
                  <a:pt x="3901791" y="577924"/>
                  <a:pt x="3903626" y="578023"/>
                  <a:pt x="3905710" y="578023"/>
                </a:cubicBezTo>
                <a:cubicBezTo>
                  <a:pt x="3907793" y="578023"/>
                  <a:pt x="3909629" y="577924"/>
                  <a:pt x="3911216" y="577725"/>
                </a:cubicBezTo>
                <a:cubicBezTo>
                  <a:pt x="3912804" y="577527"/>
                  <a:pt x="3914094" y="577279"/>
                  <a:pt x="3915086" y="576981"/>
                </a:cubicBezTo>
                <a:cubicBezTo>
                  <a:pt x="3916078" y="576684"/>
                  <a:pt x="3916823" y="576287"/>
                  <a:pt x="3917319" y="575791"/>
                </a:cubicBezTo>
                <a:cubicBezTo>
                  <a:pt x="3917815" y="575295"/>
                  <a:pt x="3918063" y="574798"/>
                  <a:pt x="3918063" y="574302"/>
                </a:cubicBezTo>
                <a:lnTo>
                  <a:pt x="3918063" y="514027"/>
                </a:lnTo>
                <a:lnTo>
                  <a:pt x="3928481" y="514027"/>
                </a:lnTo>
                <a:cubicBezTo>
                  <a:pt x="3932846" y="514027"/>
                  <a:pt x="3936716" y="514473"/>
                  <a:pt x="3940089" y="515366"/>
                </a:cubicBezTo>
                <a:cubicBezTo>
                  <a:pt x="3943463" y="516259"/>
                  <a:pt x="3946489" y="517698"/>
                  <a:pt x="3949168" y="519682"/>
                </a:cubicBezTo>
                <a:cubicBezTo>
                  <a:pt x="3951847" y="521667"/>
                  <a:pt x="3954203" y="524271"/>
                  <a:pt x="3956237" y="527496"/>
                </a:cubicBezTo>
                <a:cubicBezTo>
                  <a:pt x="3958271" y="530721"/>
                  <a:pt x="3960181" y="534565"/>
                  <a:pt x="3961967" y="539030"/>
                </a:cubicBezTo>
                <a:lnTo>
                  <a:pt x="3976254" y="573707"/>
                </a:lnTo>
                <a:cubicBezTo>
                  <a:pt x="3976453" y="574402"/>
                  <a:pt x="3976800" y="575022"/>
                  <a:pt x="3977296" y="575567"/>
                </a:cubicBezTo>
                <a:cubicBezTo>
                  <a:pt x="3977792" y="576113"/>
                  <a:pt x="3978586" y="576560"/>
                  <a:pt x="3979677" y="576907"/>
                </a:cubicBezTo>
                <a:cubicBezTo>
                  <a:pt x="3980769" y="577254"/>
                  <a:pt x="3982183" y="577527"/>
                  <a:pt x="3983919" y="577725"/>
                </a:cubicBezTo>
                <a:cubicBezTo>
                  <a:pt x="3985656" y="577924"/>
                  <a:pt x="3987913" y="578023"/>
                  <a:pt x="3990691" y="578023"/>
                </a:cubicBezTo>
                <a:cubicBezTo>
                  <a:pt x="3993072" y="578023"/>
                  <a:pt x="3995032" y="577949"/>
                  <a:pt x="3996570" y="577800"/>
                </a:cubicBezTo>
                <a:cubicBezTo>
                  <a:pt x="3998107" y="577651"/>
                  <a:pt x="3999348" y="577428"/>
                  <a:pt x="4000290" y="577130"/>
                </a:cubicBezTo>
                <a:cubicBezTo>
                  <a:pt x="4001233" y="576833"/>
                  <a:pt x="4001878" y="576460"/>
                  <a:pt x="4002225" y="576014"/>
                </a:cubicBezTo>
                <a:cubicBezTo>
                  <a:pt x="4002572" y="575567"/>
                  <a:pt x="4002746" y="575047"/>
                  <a:pt x="4002746" y="574451"/>
                </a:cubicBezTo>
                <a:cubicBezTo>
                  <a:pt x="4002746" y="574154"/>
                  <a:pt x="4002721" y="573831"/>
                  <a:pt x="4002671" y="573484"/>
                </a:cubicBezTo>
                <a:cubicBezTo>
                  <a:pt x="4002622" y="573137"/>
                  <a:pt x="4002547" y="572690"/>
                  <a:pt x="4002448" y="572144"/>
                </a:cubicBezTo>
                <a:cubicBezTo>
                  <a:pt x="4002349" y="571599"/>
                  <a:pt x="4002200" y="571028"/>
                  <a:pt x="4002002" y="570433"/>
                </a:cubicBezTo>
                <a:cubicBezTo>
                  <a:pt x="4001803" y="569838"/>
                  <a:pt x="4001506" y="569193"/>
                  <a:pt x="4001109" y="568498"/>
                </a:cubicBezTo>
                <a:lnTo>
                  <a:pt x="3986375" y="534565"/>
                </a:lnTo>
                <a:cubicBezTo>
                  <a:pt x="3984489" y="530100"/>
                  <a:pt x="3982456" y="526157"/>
                  <a:pt x="3980273" y="522733"/>
                </a:cubicBezTo>
                <a:cubicBezTo>
                  <a:pt x="3978090" y="519310"/>
                  <a:pt x="3975733" y="516359"/>
                  <a:pt x="3973204" y="513878"/>
                </a:cubicBezTo>
                <a:cubicBezTo>
                  <a:pt x="3970673" y="511398"/>
                  <a:pt x="3967945" y="509314"/>
                  <a:pt x="3965018" y="507627"/>
                </a:cubicBezTo>
                <a:cubicBezTo>
                  <a:pt x="3962091" y="505941"/>
                  <a:pt x="3958891" y="504502"/>
                  <a:pt x="3955419" y="503311"/>
                </a:cubicBezTo>
                <a:lnTo>
                  <a:pt x="3955419" y="503014"/>
                </a:lnTo>
                <a:cubicBezTo>
                  <a:pt x="3957700" y="502319"/>
                  <a:pt x="3960082" y="501352"/>
                  <a:pt x="3962562" y="500112"/>
                </a:cubicBezTo>
                <a:cubicBezTo>
                  <a:pt x="3965043" y="498871"/>
                  <a:pt x="3967474" y="497135"/>
                  <a:pt x="3969855" y="494903"/>
                </a:cubicBezTo>
                <a:cubicBezTo>
                  <a:pt x="3972236" y="492670"/>
                  <a:pt x="3974593" y="489867"/>
                  <a:pt x="3976924" y="486494"/>
                </a:cubicBezTo>
                <a:cubicBezTo>
                  <a:pt x="3979256" y="483120"/>
                  <a:pt x="3981414" y="478953"/>
                  <a:pt x="3983398" y="473992"/>
                </a:cubicBezTo>
                <a:lnTo>
                  <a:pt x="3996197" y="444524"/>
                </a:lnTo>
                <a:cubicBezTo>
                  <a:pt x="3996694" y="443234"/>
                  <a:pt x="3997066" y="442093"/>
                  <a:pt x="3997314" y="441101"/>
                </a:cubicBezTo>
                <a:cubicBezTo>
                  <a:pt x="3997562" y="440109"/>
                  <a:pt x="3997686" y="439166"/>
                  <a:pt x="3997686" y="438273"/>
                </a:cubicBezTo>
                <a:cubicBezTo>
                  <a:pt x="3997686" y="437777"/>
                  <a:pt x="3997537" y="437306"/>
                  <a:pt x="3997239" y="436860"/>
                </a:cubicBezTo>
                <a:cubicBezTo>
                  <a:pt x="3996942" y="436413"/>
                  <a:pt x="3996371" y="436041"/>
                  <a:pt x="3995528" y="435743"/>
                </a:cubicBezTo>
                <a:cubicBezTo>
                  <a:pt x="3994684" y="435446"/>
                  <a:pt x="3993494" y="435223"/>
                  <a:pt x="3991956" y="435074"/>
                </a:cubicBezTo>
                <a:cubicBezTo>
                  <a:pt x="3990418" y="434925"/>
                  <a:pt x="3988458" y="434850"/>
                  <a:pt x="3986077" y="434850"/>
                </a:cubicBezTo>
                <a:cubicBezTo>
                  <a:pt x="3983398" y="434850"/>
                  <a:pt x="3981240" y="434925"/>
                  <a:pt x="3979603" y="435074"/>
                </a:cubicBezTo>
                <a:cubicBezTo>
                  <a:pt x="3977966" y="435223"/>
                  <a:pt x="3976651" y="435495"/>
                  <a:pt x="3975659" y="435892"/>
                </a:cubicBezTo>
                <a:cubicBezTo>
                  <a:pt x="3974667" y="436289"/>
                  <a:pt x="3973923" y="436785"/>
                  <a:pt x="3973427" y="437380"/>
                </a:cubicBezTo>
                <a:cubicBezTo>
                  <a:pt x="3972931" y="437976"/>
                  <a:pt x="3972583" y="438670"/>
                  <a:pt x="3972385" y="439464"/>
                </a:cubicBezTo>
                <a:lnTo>
                  <a:pt x="3959883" y="470272"/>
                </a:lnTo>
                <a:cubicBezTo>
                  <a:pt x="3958197" y="474637"/>
                  <a:pt x="3956336" y="478358"/>
                  <a:pt x="3954302" y="481434"/>
                </a:cubicBezTo>
                <a:cubicBezTo>
                  <a:pt x="3952268" y="484509"/>
                  <a:pt x="3949961" y="487015"/>
                  <a:pt x="3947382" y="488949"/>
                </a:cubicBezTo>
                <a:cubicBezTo>
                  <a:pt x="3944802" y="490884"/>
                  <a:pt x="3941950" y="492273"/>
                  <a:pt x="3938824" y="493117"/>
                </a:cubicBezTo>
                <a:cubicBezTo>
                  <a:pt x="3935699" y="493960"/>
                  <a:pt x="3932251" y="494382"/>
                  <a:pt x="3928481" y="494382"/>
                </a:cubicBezTo>
                <a:lnTo>
                  <a:pt x="3918063" y="494382"/>
                </a:lnTo>
                <a:lnTo>
                  <a:pt x="3918063" y="438273"/>
                </a:lnTo>
                <a:cubicBezTo>
                  <a:pt x="3918063" y="437777"/>
                  <a:pt x="3917815" y="437306"/>
                  <a:pt x="3917319" y="436860"/>
                </a:cubicBezTo>
                <a:cubicBezTo>
                  <a:pt x="3916823" y="436413"/>
                  <a:pt x="3916078" y="436041"/>
                  <a:pt x="3915086" y="435743"/>
                </a:cubicBezTo>
                <a:cubicBezTo>
                  <a:pt x="3914094" y="435446"/>
                  <a:pt x="3912804" y="435223"/>
                  <a:pt x="3911216" y="435074"/>
                </a:cubicBezTo>
                <a:cubicBezTo>
                  <a:pt x="3909629" y="434925"/>
                  <a:pt x="3907793" y="434850"/>
                  <a:pt x="3905710" y="434850"/>
                </a:cubicBezTo>
                <a:close/>
                <a:moveTo>
                  <a:pt x="3029261" y="434850"/>
                </a:moveTo>
                <a:cubicBezTo>
                  <a:pt x="3026979" y="434850"/>
                  <a:pt x="3025044" y="434925"/>
                  <a:pt x="3023457" y="435074"/>
                </a:cubicBezTo>
                <a:cubicBezTo>
                  <a:pt x="3021869" y="435223"/>
                  <a:pt x="3020604" y="435495"/>
                  <a:pt x="3019662" y="435892"/>
                </a:cubicBezTo>
                <a:cubicBezTo>
                  <a:pt x="3018719" y="436289"/>
                  <a:pt x="3018074" y="436785"/>
                  <a:pt x="3017727" y="437380"/>
                </a:cubicBezTo>
                <a:cubicBezTo>
                  <a:pt x="3017380" y="437976"/>
                  <a:pt x="3017206" y="438621"/>
                  <a:pt x="3017206" y="439315"/>
                </a:cubicBezTo>
                <a:lnTo>
                  <a:pt x="3017206" y="573558"/>
                </a:lnTo>
                <a:cubicBezTo>
                  <a:pt x="3017206" y="574253"/>
                  <a:pt x="3017380" y="574898"/>
                  <a:pt x="3017727" y="575493"/>
                </a:cubicBezTo>
                <a:cubicBezTo>
                  <a:pt x="3018074" y="576088"/>
                  <a:pt x="3018670" y="576560"/>
                  <a:pt x="3019513" y="576907"/>
                </a:cubicBezTo>
                <a:cubicBezTo>
                  <a:pt x="3020356" y="577254"/>
                  <a:pt x="3021472" y="577527"/>
                  <a:pt x="3022862" y="577725"/>
                </a:cubicBezTo>
                <a:cubicBezTo>
                  <a:pt x="3024250" y="577924"/>
                  <a:pt x="3026037" y="578023"/>
                  <a:pt x="3028219" y="578023"/>
                </a:cubicBezTo>
                <a:cubicBezTo>
                  <a:pt x="3030105" y="578023"/>
                  <a:pt x="3031692" y="577949"/>
                  <a:pt x="3032982" y="577800"/>
                </a:cubicBezTo>
                <a:cubicBezTo>
                  <a:pt x="3034272" y="577651"/>
                  <a:pt x="3035338" y="577403"/>
                  <a:pt x="3036181" y="577056"/>
                </a:cubicBezTo>
                <a:cubicBezTo>
                  <a:pt x="3037025" y="576708"/>
                  <a:pt x="3037719" y="576237"/>
                  <a:pt x="3038265" y="575642"/>
                </a:cubicBezTo>
                <a:cubicBezTo>
                  <a:pt x="3038811" y="575047"/>
                  <a:pt x="3039431" y="574352"/>
                  <a:pt x="3040125" y="573558"/>
                </a:cubicBezTo>
                <a:lnTo>
                  <a:pt x="3096978" y="495870"/>
                </a:lnTo>
                <a:cubicBezTo>
                  <a:pt x="3099756" y="492100"/>
                  <a:pt x="3102509" y="488305"/>
                  <a:pt x="3105238" y="484485"/>
                </a:cubicBezTo>
                <a:cubicBezTo>
                  <a:pt x="3107966" y="480665"/>
                  <a:pt x="3110472" y="476770"/>
                  <a:pt x="3112754" y="472802"/>
                </a:cubicBezTo>
                <a:cubicBezTo>
                  <a:pt x="3112456" y="476671"/>
                  <a:pt x="3112208" y="480615"/>
                  <a:pt x="3112009" y="484633"/>
                </a:cubicBezTo>
                <a:cubicBezTo>
                  <a:pt x="3111811" y="488652"/>
                  <a:pt x="3111712" y="492596"/>
                  <a:pt x="3111712" y="496465"/>
                </a:cubicBezTo>
                <a:lnTo>
                  <a:pt x="3111712" y="573558"/>
                </a:lnTo>
                <a:cubicBezTo>
                  <a:pt x="3111712" y="574253"/>
                  <a:pt x="3111910" y="574898"/>
                  <a:pt x="3112307" y="575493"/>
                </a:cubicBezTo>
                <a:cubicBezTo>
                  <a:pt x="3112704" y="576088"/>
                  <a:pt x="3113398" y="576560"/>
                  <a:pt x="3114391" y="576907"/>
                </a:cubicBezTo>
                <a:cubicBezTo>
                  <a:pt x="3115383" y="577254"/>
                  <a:pt x="3116673" y="577527"/>
                  <a:pt x="3118260" y="577725"/>
                </a:cubicBezTo>
                <a:cubicBezTo>
                  <a:pt x="3119848" y="577924"/>
                  <a:pt x="3121832" y="578023"/>
                  <a:pt x="3124214" y="578023"/>
                </a:cubicBezTo>
                <a:cubicBezTo>
                  <a:pt x="3126595" y="578023"/>
                  <a:pt x="3128579" y="577924"/>
                  <a:pt x="3130167" y="577725"/>
                </a:cubicBezTo>
                <a:cubicBezTo>
                  <a:pt x="3131754" y="577527"/>
                  <a:pt x="3132994" y="577254"/>
                  <a:pt x="3133887" y="576907"/>
                </a:cubicBezTo>
                <a:cubicBezTo>
                  <a:pt x="3134780" y="576560"/>
                  <a:pt x="3135425" y="576088"/>
                  <a:pt x="3135822" y="575493"/>
                </a:cubicBezTo>
                <a:cubicBezTo>
                  <a:pt x="3136219" y="574898"/>
                  <a:pt x="3136417" y="574253"/>
                  <a:pt x="3136417" y="573558"/>
                </a:cubicBezTo>
                <a:lnTo>
                  <a:pt x="3136417" y="439464"/>
                </a:lnTo>
                <a:cubicBezTo>
                  <a:pt x="3136417" y="438670"/>
                  <a:pt x="3136244" y="437976"/>
                  <a:pt x="3135897" y="437380"/>
                </a:cubicBezTo>
                <a:cubicBezTo>
                  <a:pt x="3135549" y="436785"/>
                  <a:pt x="3134954" y="436289"/>
                  <a:pt x="3134110" y="435892"/>
                </a:cubicBezTo>
                <a:cubicBezTo>
                  <a:pt x="3133267" y="435495"/>
                  <a:pt x="3132126" y="435223"/>
                  <a:pt x="3130687" y="435074"/>
                </a:cubicBezTo>
                <a:cubicBezTo>
                  <a:pt x="3129249" y="434925"/>
                  <a:pt x="3127488" y="434850"/>
                  <a:pt x="3125404" y="434850"/>
                </a:cubicBezTo>
                <a:cubicBezTo>
                  <a:pt x="3123320" y="434850"/>
                  <a:pt x="3121634" y="434925"/>
                  <a:pt x="3120344" y="435074"/>
                </a:cubicBezTo>
                <a:cubicBezTo>
                  <a:pt x="3119054" y="435223"/>
                  <a:pt x="3117938" y="435471"/>
                  <a:pt x="3116995" y="435818"/>
                </a:cubicBezTo>
                <a:cubicBezTo>
                  <a:pt x="3116053" y="436165"/>
                  <a:pt x="3115259" y="436636"/>
                  <a:pt x="3114614" y="437232"/>
                </a:cubicBezTo>
                <a:cubicBezTo>
                  <a:pt x="3113969" y="437827"/>
                  <a:pt x="3113349" y="438522"/>
                  <a:pt x="3112754" y="439315"/>
                </a:cubicBezTo>
                <a:lnTo>
                  <a:pt x="3055157" y="518045"/>
                </a:lnTo>
                <a:cubicBezTo>
                  <a:pt x="3052478" y="521518"/>
                  <a:pt x="3049973" y="525065"/>
                  <a:pt x="3047641" y="528687"/>
                </a:cubicBezTo>
                <a:cubicBezTo>
                  <a:pt x="3045310" y="532308"/>
                  <a:pt x="3043003" y="536004"/>
                  <a:pt x="3040721" y="539774"/>
                </a:cubicBezTo>
                <a:cubicBezTo>
                  <a:pt x="3041019" y="536004"/>
                  <a:pt x="3041267" y="532209"/>
                  <a:pt x="3041465" y="528389"/>
                </a:cubicBezTo>
                <a:cubicBezTo>
                  <a:pt x="3041663" y="524569"/>
                  <a:pt x="3041763" y="520724"/>
                  <a:pt x="3041763" y="516855"/>
                </a:cubicBezTo>
                <a:lnTo>
                  <a:pt x="3041763" y="439315"/>
                </a:lnTo>
                <a:cubicBezTo>
                  <a:pt x="3041763" y="437827"/>
                  <a:pt x="3040870" y="436711"/>
                  <a:pt x="3039084" y="435967"/>
                </a:cubicBezTo>
                <a:cubicBezTo>
                  <a:pt x="3037298" y="435223"/>
                  <a:pt x="3034024" y="434850"/>
                  <a:pt x="3029261" y="434850"/>
                </a:cubicBezTo>
                <a:close/>
                <a:moveTo>
                  <a:pt x="3796470" y="432767"/>
                </a:moveTo>
                <a:cubicBezTo>
                  <a:pt x="3786647" y="432767"/>
                  <a:pt x="3777767" y="434478"/>
                  <a:pt x="3769830" y="437901"/>
                </a:cubicBezTo>
                <a:cubicBezTo>
                  <a:pt x="3761892" y="441324"/>
                  <a:pt x="3755121" y="446236"/>
                  <a:pt x="3749515" y="452635"/>
                </a:cubicBezTo>
                <a:cubicBezTo>
                  <a:pt x="3743909" y="459035"/>
                  <a:pt x="3739618" y="466824"/>
                  <a:pt x="3736641" y="476001"/>
                </a:cubicBezTo>
                <a:cubicBezTo>
                  <a:pt x="3733665" y="485179"/>
                  <a:pt x="3732176" y="495523"/>
                  <a:pt x="3732176" y="507032"/>
                </a:cubicBezTo>
                <a:cubicBezTo>
                  <a:pt x="3732176" y="519137"/>
                  <a:pt x="3733615" y="529753"/>
                  <a:pt x="3736492" y="538881"/>
                </a:cubicBezTo>
                <a:cubicBezTo>
                  <a:pt x="3739370" y="548009"/>
                  <a:pt x="3743636" y="555600"/>
                  <a:pt x="3749292" y="561652"/>
                </a:cubicBezTo>
                <a:cubicBezTo>
                  <a:pt x="3754947" y="567704"/>
                  <a:pt x="3761917" y="572268"/>
                  <a:pt x="3770202" y="575344"/>
                </a:cubicBezTo>
                <a:cubicBezTo>
                  <a:pt x="3778487" y="578420"/>
                  <a:pt x="3788136" y="579958"/>
                  <a:pt x="3799149" y="579958"/>
                </a:cubicBezTo>
                <a:cubicBezTo>
                  <a:pt x="3805499" y="579958"/>
                  <a:pt x="3811477" y="579487"/>
                  <a:pt x="3817083" y="578544"/>
                </a:cubicBezTo>
                <a:cubicBezTo>
                  <a:pt x="3822689" y="577601"/>
                  <a:pt x="3827625" y="576535"/>
                  <a:pt x="3831891" y="575344"/>
                </a:cubicBezTo>
                <a:cubicBezTo>
                  <a:pt x="3836158" y="574154"/>
                  <a:pt x="3839630" y="572938"/>
                  <a:pt x="3842309" y="571698"/>
                </a:cubicBezTo>
                <a:cubicBezTo>
                  <a:pt x="3844988" y="570458"/>
                  <a:pt x="3846600" y="569565"/>
                  <a:pt x="3847146" y="569019"/>
                </a:cubicBezTo>
                <a:cubicBezTo>
                  <a:pt x="3847692" y="568473"/>
                  <a:pt x="3848138" y="567903"/>
                  <a:pt x="3848486" y="567308"/>
                </a:cubicBezTo>
                <a:cubicBezTo>
                  <a:pt x="3848833" y="566712"/>
                  <a:pt x="3849081" y="566042"/>
                  <a:pt x="3849230" y="565298"/>
                </a:cubicBezTo>
                <a:cubicBezTo>
                  <a:pt x="3849378" y="564554"/>
                  <a:pt x="3849502" y="563711"/>
                  <a:pt x="3849602" y="562768"/>
                </a:cubicBezTo>
                <a:cubicBezTo>
                  <a:pt x="3849701" y="561826"/>
                  <a:pt x="3849750" y="560709"/>
                  <a:pt x="3849750" y="559420"/>
                </a:cubicBezTo>
                <a:cubicBezTo>
                  <a:pt x="3849750" y="557634"/>
                  <a:pt x="3849676" y="556120"/>
                  <a:pt x="3849526" y="554880"/>
                </a:cubicBezTo>
                <a:cubicBezTo>
                  <a:pt x="3849377" y="553640"/>
                  <a:pt x="3849152" y="552673"/>
                  <a:pt x="3848853" y="551978"/>
                </a:cubicBezTo>
                <a:cubicBezTo>
                  <a:pt x="3848554" y="551284"/>
                  <a:pt x="3848130" y="550763"/>
                  <a:pt x="3847582" y="550415"/>
                </a:cubicBezTo>
                <a:cubicBezTo>
                  <a:pt x="3847034" y="550068"/>
                  <a:pt x="3846411" y="549895"/>
                  <a:pt x="3845714" y="549895"/>
                </a:cubicBezTo>
                <a:cubicBezTo>
                  <a:pt x="3844517" y="549895"/>
                  <a:pt x="3842747" y="550415"/>
                  <a:pt x="3840404" y="551457"/>
                </a:cubicBezTo>
                <a:cubicBezTo>
                  <a:pt x="3838060" y="552499"/>
                  <a:pt x="3835069" y="553665"/>
                  <a:pt x="3831430" y="554955"/>
                </a:cubicBezTo>
                <a:cubicBezTo>
                  <a:pt x="3827790" y="556245"/>
                  <a:pt x="3823478" y="557410"/>
                  <a:pt x="3818493" y="558452"/>
                </a:cubicBezTo>
                <a:cubicBezTo>
                  <a:pt x="3813508" y="559494"/>
                  <a:pt x="3807825" y="560015"/>
                  <a:pt x="3801444" y="560015"/>
                </a:cubicBezTo>
                <a:cubicBezTo>
                  <a:pt x="3793369" y="560015"/>
                  <a:pt x="3786539" y="558874"/>
                  <a:pt x="3780956" y="556592"/>
                </a:cubicBezTo>
                <a:cubicBezTo>
                  <a:pt x="3775372" y="554310"/>
                  <a:pt x="3770836" y="551036"/>
                  <a:pt x="3767346" y="546769"/>
                </a:cubicBezTo>
                <a:cubicBezTo>
                  <a:pt x="3763856" y="542503"/>
                  <a:pt x="3761364" y="537393"/>
                  <a:pt x="3759869" y="531440"/>
                </a:cubicBezTo>
                <a:cubicBezTo>
                  <a:pt x="3758374" y="525487"/>
                  <a:pt x="3757626" y="518790"/>
                  <a:pt x="3757626" y="511348"/>
                </a:cubicBezTo>
                <a:lnTo>
                  <a:pt x="3845837" y="511348"/>
                </a:lnTo>
                <a:cubicBezTo>
                  <a:pt x="3848330" y="511348"/>
                  <a:pt x="3850548" y="510529"/>
                  <a:pt x="3852491" y="508892"/>
                </a:cubicBezTo>
                <a:cubicBezTo>
                  <a:pt x="3854434" y="507255"/>
                  <a:pt x="3855406" y="504502"/>
                  <a:pt x="3855406" y="500632"/>
                </a:cubicBezTo>
                <a:lnTo>
                  <a:pt x="3855406" y="496168"/>
                </a:lnTo>
                <a:cubicBezTo>
                  <a:pt x="3855406" y="487436"/>
                  <a:pt x="3854290" y="479226"/>
                  <a:pt x="3852057" y="471537"/>
                </a:cubicBezTo>
                <a:cubicBezTo>
                  <a:pt x="3849825" y="463847"/>
                  <a:pt x="3846327" y="457150"/>
                  <a:pt x="3841565" y="451445"/>
                </a:cubicBezTo>
                <a:cubicBezTo>
                  <a:pt x="3836803" y="445740"/>
                  <a:pt x="3830725" y="441200"/>
                  <a:pt x="3823333" y="437827"/>
                </a:cubicBezTo>
                <a:cubicBezTo>
                  <a:pt x="3815942" y="434454"/>
                  <a:pt x="3806987" y="432767"/>
                  <a:pt x="3796470" y="432767"/>
                </a:cubicBezTo>
                <a:close/>
                <a:moveTo>
                  <a:pt x="3638117" y="432767"/>
                </a:moveTo>
                <a:cubicBezTo>
                  <a:pt x="3626707" y="432767"/>
                  <a:pt x="3616735" y="434602"/>
                  <a:pt x="3608202" y="438273"/>
                </a:cubicBezTo>
                <a:cubicBezTo>
                  <a:pt x="3599670" y="441945"/>
                  <a:pt x="3592551" y="447104"/>
                  <a:pt x="3586846" y="453752"/>
                </a:cubicBezTo>
                <a:cubicBezTo>
                  <a:pt x="3581141" y="460399"/>
                  <a:pt x="3576874" y="468312"/>
                  <a:pt x="3574046" y="477490"/>
                </a:cubicBezTo>
                <a:cubicBezTo>
                  <a:pt x="3571219" y="486667"/>
                  <a:pt x="3569805" y="496713"/>
                  <a:pt x="3569805" y="507627"/>
                </a:cubicBezTo>
                <a:cubicBezTo>
                  <a:pt x="3569805" y="518938"/>
                  <a:pt x="3571144" y="529059"/>
                  <a:pt x="3573823" y="537988"/>
                </a:cubicBezTo>
                <a:cubicBezTo>
                  <a:pt x="3576502" y="546918"/>
                  <a:pt x="3580570" y="554508"/>
                  <a:pt x="3586027" y="560759"/>
                </a:cubicBezTo>
                <a:cubicBezTo>
                  <a:pt x="3591484" y="567010"/>
                  <a:pt x="3598305" y="571772"/>
                  <a:pt x="3606491" y="575047"/>
                </a:cubicBezTo>
                <a:cubicBezTo>
                  <a:pt x="3614677" y="578321"/>
                  <a:pt x="3624276" y="579958"/>
                  <a:pt x="3635289" y="579958"/>
                </a:cubicBezTo>
                <a:cubicBezTo>
                  <a:pt x="3646600" y="579958"/>
                  <a:pt x="3656547" y="578098"/>
                  <a:pt x="3665129" y="574377"/>
                </a:cubicBezTo>
                <a:cubicBezTo>
                  <a:pt x="3673712" y="570656"/>
                  <a:pt x="3680855" y="565472"/>
                  <a:pt x="3686560" y="558824"/>
                </a:cubicBezTo>
                <a:cubicBezTo>
                  <a:pt x="3692266" y="552177"/>
                  <a:pt x="3696557" y="544264"/>
                  <a:pt x="3699434" y="535086"/>
                </a:cubicBezTo>
                <a:cubicBezTo>
                  <a:pt x="3702311" y="525908"/>
                  <a:pt x="3703750" y="515863"/>
                  <a:pt x="3703750" y="504948"/>
                </a:cubicBezTo>
                <a:cubicBezTo>
                  <a:pt x="3703750" y="493737"/>
                  <a:pt x="3702386" y="483666"/>
                  <a:pt x="3699657" y="474736"/>
                </a:cubicBezTo>
                <a:cubicBezTo>
                  <a:pt x="3696929" y="465807"/>
                  <a:pt x="3692836" y="458216"/>
                  <a:pt x="3687379" y="451966"/>
                </a:cubicBezTo>
                <a:cubicBezTo>
                  <a:pt x="3681922" y="445715"/>
                  <a:pt x="3675101" y="440952"/>
                  <a:pt x="3666915" y="437678"/>
                </a:cubicBezTo>
                <a:cubicBezTo>
                  <a:pt x="3658730" y="434404"/>
                  <a:pt x="3649130" y="432767"/>
                  <a:pt x="3638117" y="432767"/>
                </a:cubicBezTo>
                <a:close/>
                <a:moveTo>
                  <a:pt x="3486461" y="432767"/>
                </a:moveTo>
                <a:cubicBezTo>
                  <a:pt x="3481996" y="432767"/>
                  <a:pt x="3477755" y="433288"/>
                  <a:pt x="3473736" y="434330"/>
                </a:cubicBezTo>
                <a:cubicBezTo>
                  <a:pt x="3469718" y="435371"/>
                  <a:pt x="3465799" y="436909"/>
                  <a:pt x="3461979" y="438943"/>
                </a:cubicBezTo>
                <a:cubicBezTo>
                  <a:pt x="3458159" y="440977"/>
                  <a:pt x="3454364" y="443532"/>
                  <a:pt x="3450594" y="446608"/>
                </a:cubicBezTo>
                <a:cubicBezTo>
                  <a:pt x="3446823" y="449684"/>
                  <a:pt x="3442904" y="453305"/>
                  <a:pt x="3438836" y="457472"/>
                </a:cubicBezTo>
                <a:lnTo>
                  <a:pt x="3438836" y="439464"/>
                </a:lnTo>
                <a:cubicBezTo>
                  <a:pt x="3438836" y="438571"/>
                  <a:pt x="3438663" y="437852"/>
                  <a:pt x="3438315" y="437306"/>
                </a:cubicBezTo>
                <a:cubicBezTo>
                  <a:pt x="3437968" y="436760"/>
                  <a:pt x="3437348" y="436289"/>
                  <a:pt x="3436455" y="435892"/>
                </a:cubicBezTo>
                <a:cubicBezTo>
                  <a:pt x="3435562" y="435495"/>
                  <a:pt x="3434445" y="435223"/>
                  <a:pt x="3433106" y="435074"/>
                </a:cubicBezTo>
                <a:cubicBezTo>
                  <a:pt x="3431767" y="434925"/>
                  <a:pt x="3430055" y="434850"/>
                  <a:pt x="3427972" y="434850"/>
                </a:cubicBezTo>
                <a:cubicBezTo>
                  <a:pt x="3425987" y="434850"/>
                  <a:pt x="3424301" y="434925"/>
                  <a:pt x="3422912" y="435074"/>
                </a:cubicBezTo>
                <a:cubicBezTo>
                  <a:pt x="3421522" y="435223"/>
                  <a:pt x="3420381" y="435495"/>
                  <a:pt x="3419488" y="435892"/>
                </a:cubicBezTo>
                <a:cubicBezTo>
                  <a:pt x="3418595" y="436289"/>
                  <a:pt x="3418000" y="436760"/>
                  <a:pt x="3417702" y="437306"/>
                </a:cubicBezTo>
                <a:cubicBezTo>
                  <a:pt x="3417405" y="437852"/>
                  <a:pt x="3417256" y="438571"/>
                  <a:pt x="3417256" y="439464"/>
                </a:cubicBezTo>
                <a:lnTo>
                  <a:pt x="3417256" y="626541"/>
                </a:lnTo>
                <a:cubicBezTo>
                  <a:pt x="3417256" y="627335"/>
                  <a:pt x="3417430" y="628029"/>
                  <a:pt x="3417777" y="628625"/>
                </a:cubicBezTo>
                <a:cubicBezTo>
                  <a:pt x="3418124" y="629220"/>
                  <a:pt x="3418769" y="629716"/>
                  <a:pt x="3419712" y="630113"/>
                </a:cubicBezTo>
                <a:cubicBezTo>
                  <a:pt x="3420654" y="630510"/>
                  <a:pt x="3421919" y="630808"/>
                  <a:pt x="3423507" y="631006"/>
                </a:cubicBezTo>
                <a:cubicBezTo>
                  <a:pt x="3425094" y="631204"/>
                  <a:pt x="3427079" y="631304"/>
                  <a:pt x="3429460" y="631304"/>
                </a:cubicBezTo>
                <a:cubicBezTo>
                  <a:pt x="3431940" y="631304"/>
                  <a:pt x="3433974" y="631204"/>
                  <a:pt x="3435562" y="631006"/>
                </a:cubicBezTo>
                <a:cubicBezTo>
                  <a:pt x="3437149" y="630808"/>
                  <a:pt x="3438389" y="630510"/>
                  <a:pt x="3439283" y="630113"/>
                </a:cubicBezTo>
                <a:cubicBezTo>
                  <a:pt x="3440175" y="629716"/>
                  <a:pt x="3440820" y="629220"/>
                  <a:pt x="3441217" y="628625"/>
                </a:cubicBezTo>
                <a:cubicBezTo>
                  <a:pt x="3441614" y="628029"/>
                  <a:pt x="3441812" y="627335"/>
                  <a:pt x="3441812" y="626541"/>
                </a:cubicBezTo>
                <a:lnTo>
                  <a:pt x="3441812" y="559568"/>
                </a:lnTo>
                <a:cubicBezTo>
                  <a:pt x="3445384" y="563041"/>
                  <a:pt x="3448758" y="566067"/>
                  <a:pt x="3451933" y="568647"/>
                </a:cubicBezTo>
                <a:cubicBezTo>
                  <a:pt x="3455108" y="571227"/>
                  <a:pt x="3458308" y="573360"/>
                  <a:pt x="3461532" y="575047"/>
                </a:cubicBezTo>
                <a:cubicBezTo>
                  <a:pt x="3464757" y="576733"/>
                  <a:pt x="3468056" y="577974"/>
                  <a:pt x="3471429" y="578767"/>
                </a:cubicBezTo>
                <a:cubicBezTo>
                  <a:pt x="3474803" y="579561"/>
                  <a:pt x="3478474" y="579958"/>
                  <a:pt x="3482443" y="579958"/>
                </a:cubicBezTo>
                <a:cubicBezTo>
                  <a:pt x="3491769" y="579958"/>
                  <a:pt x="3500054" y="578197"/>
                  <a:pt x="3507297" y="574675"/>
                </a:cubicBezTo>
                <a:cubicBezTo>
                  <a:pt x="3514540" y="571152"/>
                  <a:pt x="3520617" y="566142"/>
                  <a:pt x="3525528" y="559643"/>
                </a:cubicBezTo>
                <a:cubicBezTo>
                  <a:pt x="3530440" y="553144"/>
                  <a:pt x="3534160" y="545231"/>
                  <a:pt x="3536690" y="535905"/>
                </a:cubicBezTo>
                <a:cubicBezTo>
                  <a:pt x="3539221" y="526578"/>
                  <a:pt x="3540486" y="516061"/>
                  <a:pt x="3540486" y="504353"/>
                </a:cubicBezTo>
                <a:cubicBezTo>
                  <a:pt x="3540486" y="494630"/>
                  <a:pt x="3539493" y="485427"/>
                  <a:pt x="3537509" y="476746"/>
                </a:cubicBezTo>
                <a:cubicBezTo>
                  <a:pt x="3535525" y="468064"/>
                  <a:pt x="3532374" y="460449"/>
                  <a:pt x="3528059" y="453900"/>
                </a:cubicBezTo>
                <a:cubicBezTo>
                  <a:pt x="3523743" y="447352"/>
                  <a:pt x="3518162" y="442193"/>
                  <a:pt x="3511315" y="438422"/>
                </a:cubicBezTo>
                <a:cubicBezTo>
                  <a:pt x="3504469" y="434652"/>
                  <a:pt x="3496185" y="432767"/>
                  <a:pt x="3486461" y="432767"/>
                </a:cubicBezTo>
                <a:close/>
                <a:moveTo>
                  <a:pt x="2914217" y="432767"/>
                </a:moveTo>
                <a:cubicBezTo>
                  <a:pt x="2902807" y="432767"/>
                  <a:pt x="2892835" y="434602"/>
                  <a:pt x="2884303" y="438273"/>
                </a:cubicBezTo>
                <a:cubicBezTo>
                  <a:pt x="2875770" y="441945"/>
                  <a:pt x="2868651" y="447104"/>
                  <a:pt x="2862946" y="453752"/>
                </a:cubicBezTo>
                <a:cubicBezTo>
                  <a:pt x="2857240" y="460399"/>
                  <a:pt x="2852974" y="468312"/>
                  <a:pt x="2850147" y="477490"/>
                </a:cubicBezTo>
                <a:cubicBezTo>
                  <a:pt x="2847319" y="486667"/>
                  <a:pt x="2845905" y="496713"/>
                  <a:pt x="2845905" y="507627"/>
                </a:cubicBezTo>
                <a:cubicBezTo>
                  <a:pt x="2845905" y="518938"/>
                  <a:pt x="2847244" y="529059"/>
                  <a:pt x="2849923" y="537988"/>
                </a:cubicBezTo>
                <a:cubicBezTo>
                  <a:pt x="2852602" y="546918"/>
                  <a:pt x="2856670" y="554508"/>
                  <a:pt x="2862127" y="560759"/>
                </a:cubicBezTo>
                <a:cubicBezTo>
                  <a:pt x="2867584" y="567010"/>
                  <a:pt x="2874405" y="571772"/>
                  <a:pt x="2882591" y="575047"/>
                </a:cubicBezTo>
                <a:cubicBezTo>
                  <a:pt x="2890776" y="578321"/>
                  <a:pt x="2900376" y="579958"/>
                  <a:pt x="2911389" y="579958"/>
                </a:cubicBezTo>
                <a:cubicBezTo>
                  <a:pt x="2922700" y="579958"/>
                  <a:pt x="2932647" y="578098"/>
                  <a:pt x="2941229" y="574377"/>
                </a:cubicBezTo>
                <a:cubicBezTo>
                  <a:pt x="2949812" y="570656"/>
                  <a:pt x="2956956" y="565472"/>
                  <a:pt x="2962660" y="558824"/>
                </a:cubicBezTo>
                <a:cubicBezTo>
                  <a:pt x="2968366" y="552177"/>
                  <a:pt x="2972657" y="544264"/>
                  <a:pt x="2975534" y="535086"/>
                </a:cubicBezTo>
                <a:cubicBezTo>
                  <a:pt x="2978411" y="525908"/>
                  <a:pt x="2979850" y="515863"/>
                  <a:pt x="2979850" y="504948"/>
                </a:cubicBezTo>
                <a:cubicBezTo>
                  <a:pt x="2979850" y="493737"/>
                  <a:pt x="2978486" y="483666"/>
                  <a:pt x="2975757" y="474736"/>
                </a:cubicBezTo>
                <a:cubicBezTo>
                  <a:pt x="2973029" y="465807"/>
                  <a:pt x="2968936" y="458216"/>
                  <a:pt x="2963479" y="451966"/>
                </a:cubicBezTo>
                <a:cubicBezTo>
                  <a:pt x="2958022" y="445715"/>
                  <a:pt x="2951201" y="440952"/>
                  <a:pt x="2943015" y="437678"/>
                </a:cubicBezTo>
                <a:cubicBezTo>
                  <a:pt x="2934830" y="434404"/>
                  <a:pt x="2925230" y="432767"/>
                  <a:pt x="2914217" y="432767"/>
                </a:cubicBezTo>
                <a:close/>
                <a:moveTo>
                  <a:pt x="2611663" y="384547"/>
                </a:moveTo>
                <a:cubicBezTo>
                  <a:pt x="2608943" y="384547"/>
                  <a:pt x="2606474" y="385439"/>
                  <a:pt x="2604258" y="387225"/>
                </a:cubicBezTo>
                <a:cubicBezTo>
                  <a:pt x="2602042" y="389011"/>
                  <a:pt x="2600934" y="391988"/>
                  <a:pt x="2600934" y="396155"/>
                </a:cubicBezTo>
                <a:lnTo>
                  <a:pt x="2600934" y="573261"/>
                </a:lnTo>
                <a:cubicBezTo>
                  <a:pt x="2600934" y="574054"/>
                  <a:pt x="2601112" y="574749"/>
                  <a:pt x="2601470" y="575344"/>
                </a:cubicBezTo>
                <a:cubicBezTo>
                  <a:pt x="2601827" y="575939"/>
                  <a:pt x="2602491" y="576411"/>
                  <a:pt x="2603463" y="576758"/>
                </a:cubicBezTo>
                <a:cubicBezTo>
                  <a:pt x="2604434" y="577105"/>
                  <a:pt x="2605737" y="577403"/>
                  <a:pt x="2607372" y="577651"/>
                </a:cubicBezTo>
                <a:cubicBezTo>
                  <a:pt x="2609007" y="577899"/>
                  <a:pt x="2611050" y="578023"/>
                  <a:pt x="2613503" y="578023"/>
                </a:cubicBezTo>
                <a:cubicBezTo>
                  <a:pt x="2616057" y="578023"/>
                  <a:pt x="2618152" y="577899"/>
                  <a:pt x="2619787" y="577651"/>
                </a:cubicBezTo>
                <a:cubicBezTo>
                  <a:pt x="2621422" y="577403"/>
                  <a:pt x="2622751" y="577105"/>
                  <a:pt x="2623773" y="576758"/>
                </a:cubicBezTo>
                <a:cubicBezTo>
                  <a:pt x="2624795" y="576411"/>
                  <a:pt x="2625511" y="575939"/>
                  <a:pt x="2625919" y="575344"/>
                </a:cubicBezTo>
                <a:cubicBezTo>
                  <a:pt x="2626328" y="574749"/>
                  <a:pt x="2626532" y="574054"/>
                  <a:pt x="2626532" y="573261"/>
                </a:cubicBezTo>
                <a:lnTo>
                  <a:pt x="2626532" y="405531"/>
                </a:lnTo>
                <a:lnTo>
                  <a:pt x="2626681" y="405531"/>
                </a:lnTo>
                <a:lnTo>
                  <a:pt x="2691570" y="574005"/>
                </a:lnTo>
                <a:cubicBezTo>
                  <a:pt x="2691768" y="574600"/>
                  <a:pt x="2692140" y="575146"/>
                  <a:pt x="2692686" y="575642"/>
                </a:cubicBezTo>
                <a:cubicBezTo>
                  <a:pt x="2693232" y="576138"/>
                  <a:pt x="2694001" y="576560"/>
                  <a:pt x="2694993" y="576907"/>
                </a:cubicBezTo>
                <a:cubicBezTo>
                  <a:pt x="2695985" y="577254"/>
                  <a:pt x="2697226" y="577527"/>
                  <a:pt x="2698714" y="577725"/>
                </a:cubicBezTo>
                <a:cubicBezTo>
                  <a:pt x="2700202" y="577924"/>
                  <a:pt x="2701988" y="578023"/>
                  <a:pt x="2704071" y="578023"/>
                </a:cubicBezTo>
                <a:cubicBezTo>
                  <a:pt x="2706056" y="578023"/>
                  <a:pt x="2707767" y="577949"/>
                  <a:pt x="2709206" y="577800"/>
                </a:cubicBezTo>
                <a:cubicBezTo>
                  <a:pt x="2710645" y="577651"/>
                  <a:pt x="2711885" y="577403"/>
                  <a:pt x="2712927" y="577056"/>
                </a:cubicBezTo>
                <a:cubicBezTo>
                  <a:pt x="2713969" y="576708"/>
                  <a:pt x="2714762" y="576287"/>
                  <a:pt x="2715308" y="575791"/>
                </a:cubicBezTo>
                <a:cubicBezTo>
                  <a:pt x="2715854" y="575295"/>
                  <a:pt x="2716276" y="574699"/>
                  <a:pt x="2716573" y="574005"/>
                </a:cubicBezTo>
                <a:lnTo>
                  <a:pt x="2784439" y="405531"/>
                </a:lnTo>
                <a:lnTo>
                  <a:pt x="2784737" y="405531"/>
                </a:lnTo>
                <a:lnTo>
                  <a:pt x="2784737" y="573261"/>
                </a:lnTo>
                <a:cubicBezTo>
                  <a:pt x="2784737" y="574054"/>
                  <a:pt x="2784941" y="574749"/>
                  <a:pt x="2785349" y="575344"/>
                </a:cubicBezTo>
                <a:cubicBezTo>
                  <a:pt x="2785758" y="575939"/>
                  <a:pt x="2786447" y="576411"/>
                  <a:pt x="2787419" y="576758"/>
                </a:cubicBezTo>
                <a:cubicBezTo>
                  <a:pt x="2788390" y="577105"/>
                  <a:pt x="2789719" y="577403"/>
                  <a:pt x="2791405" y="577651"/>
                </a:cubicBezTo>
                <a:cubicBezTo>
                  <a:pt x="2793090" y="577899"/>
                  <a:pt x="2795109" y="578023"/>
                  <a:pt x="2797459" y="578023"/>
                </a:cubicBezTo>
                <a:cubicBezTo>
                  <a:pt x="2800014" y="578023"/>
                  <a:pt x="2802083" y="577899"/>
                  <a:pt x="2803667" y="577651"/>
                </a:cubicBezTo>
                <a:cubicBezTo>
                  <a:pt x="2805250" y="577403"/>
                  <a:pt x="2806553" y="577105"/>
                  <a:pt x="2807576" y="576758"/>
                </a:cubicBezTo>
                <a:cubicBezTo>
                  <a:pt x="2808598" y="576411"/>
                  <a:pt x="2809314" y="575939"/>
                  <a:pt x="2809722" y="575344"/>
                </a:cubicBezTo>
                <a:cubicBezTo>
                  <a:pt x="2810131" y="574749"/>
                  <a:pt x="2810335" y="574054"/>
                  <a:pt x="2810335" y="573261"/>
                </a:cubicBezTo>
                <a:lnTo>
                  <a:pt x="2810335" y="396155"/>
                </a:lnTo>
                <a:cubicBezTo>
                  <a:pt x="2810335" y="394072"/>
                  <a:pt x="2810032" y="392310"/>
                  <a:pt x="2809428" y="390872"/>
                </a:cubicBezTo>
                <a:cubicBezTo>
                  <a:pt x="2808823" y="389433"/>
                  <a:pt x="2808042" y="388242"/>
                  <a:pt x="2807084" y="387300"/>
                </a:cubicBezTo>
                <a:cubicBezTo>
                  <a:pt x="2806126" y="386357"/>
                  <a:pt x="2804967" y="385663"/>
                  <a:pt x="2803606" y="385216"/>
                </a:cubicBezTo>
                <a:cubicBezTo>
                  <a:pt x="2802246" y="384770"/>
                  <a:pt x="2800809" y="384547"/>
                  <a:pt x="2799296" y="384547"/>
                </a:cubicBezTo>
                <a:lnTo>
                  <a:pt x="2782816" y="384547"/>
                </a:lnTo>
                <a:cubicBezTo>
                  <a:pt x="2780295" y="384547"/>
                  <a:pt x="2778077" y="384819"/>
                  <a:pt x="2776162" y="385365"/>
                </a:cubicBezTo>
                <a:cubicBezTo>
                  <a:pt x="2774248" y="385911"/>
                  <a:pt x="2772509" y="386804"/>
                  <a:pt x="2770947" y="388044"/>
                </a:cubicBezTo>
                <a:cubicBezTo>
                  <a:pt x="2769384" y="389284"/>
                  <a:pt x="2767947" y="390946"/>
                  <a:pt x="2766636" y="393030"/>
                </a:cubicBezTo>
                <a:cubicBezTo>
                  <a:pt x="2765326" y="395113"/>
                  <a:pt x="2764116" y="397643"/>
                  <a:pt x="2763008" y="400620"/>
                </a:cubicBezTo>
                <a:lnTo>
                  <a:pt x="2705709" y="539625"/>
                </a:lnTo>
                <a:lnTo>
                  <a:pt x="2704965" y="539625"/>
                </a:lnTo>
                <a:lnTo>
                  <a:pt x="2649898" y="400173"/>
                </a:lnTo>
                <a:cubicBezTo>
                  <a:pt x="2648991" y="397495"/>
                  <a:pt x="2647933" y="395163"/>
                  <a:pt x="2646724" y="393179"/>
                </a:cubicBezTo>
                <a:cubicBezTo>
                  <a:pt x="2645515" y="391194"/>
                  <a:pt x="2644004" y="389557"/>
                  <a:pt x="2642191" y="388267"/>
                </a:cubicBezTo>
                <a:cubicBezTo>
                  <a:pt x="2640377" y="386977"/>
                  <a:pt x="2638262" y="386035"/>
                  <a:pt x="2635843" y="385439"/>
                </a:cubicBezTo>
                <a:cubicBezTo>
                  <a:pt x="2633425" y="384844"/>
                  <a:pt x="2630604" y="384547"/>
                  <a:pt x="2627381" y="384547"/>
                </a:cubicBezTo>
                <a:close/>
                <a:moveTo>
                  <a:pt x="3043697" y="370854"/>
                </a:moveTo>
                <a:cubicBezTo>
                  <a:pt x="3041515" y="370854"/>
                  <a:pt x="3039654" y="370954"/>
                  <a:pt x="3038116" y="371152"/>
                </a:cubicBezTo>
                <a:cubicBezTo>
                  <a:pt x="3036579" y="371350"/>
                  <a:pt x="3035338" y="371648"/>
                  <a:pt x="3034396" y="372045"/>
                </a:cubicBezTo>
                <a:cubicBezTo>
                  <a:pt x="3033453" y="372442"/>
                  <a:pt x="3032808" y="372988"/>
                  <a:pt x="3032461" y="373682"/>
                </a:cubicBezTo>
                <a:cubicBezTo>
                  <a:pt x="3032114" y="374377"/>
                  <a:pt x="3031940" y="375220"/>
                  <a:pt x="3031940" y="376212"/>
                </a:cubicBezTo>
                <a:cubicBezTo>
                  <a:pt x="3031940" y="382562"/>
                  <a:pt x="3032907" y="388267"/>
                  <a:pt x="3034842" y="393327"/>
                </a:cubicBezTo>
                <a:cubicBezTo>
                  <a:pt x="3036777" y="398388"/>
                  <a:pt x="3039654" y="402679"/>
                  <a:pt x="3043474" y="406201"/>
                </a:cubicBezTo>
                <a:cubicBezTo>
                  <a:pt x="3047294" y="409723"/>
                  <a:pt x="3052056" y="412427"/>
                  <a:pt x="3057762" y="414312"/>
                </a:cubicBezTo>
                <a:cubicBezTo>
                  <a:pt x="3063467" y="416197"/>
                  <a:pt x="3070089" y="417140"/>
                  <a:pt x="3077630" y="417140"/>
                </a:cubicBezTo>
                <a:cubicBezTo>
                  <a:pt x="3085865" y="417140"/>
                  <a:pt x="3092860" y="416073"/>
                  <a:pt x="3098615" y="413940"/>
                </a:cubicBezTo>
                <a:cubicBezTo>
                  <a:pt x="3104370" y="411807"/>
                  <a:pt x="3109082" y="408880"/>
                  <a:pt x="3112754" y="405159"/>
                </a:cubicBezTo>
                <a:cubicBezTo>
                  <a:pt x="3116425" y="401438"/>
                  <a:pt x="3119104" y="397098"/>
                  <a:pt x="3120790" y="392137"/>
                </a:cubicBezTo>
                <a:cubicBezTo>
                  <a:pt x="3122477" y="387176"/>
                  <a:pt x="3123320" y="381868"/>
                  <a:pt x="3123320" y="376212"/>
                </a:cubicBezTo>
                <a:cubicBezTo>
                  <a:pt x="3123320" y="375220"/>
                  <a:pt x="3123122" y="374377"/>
                  <a:pt x="3122725" y="373682"/>
                </a:cubicBezTo>
                <a:cubicBezTo>
                  <a:pt x="3122328" y="372988"/>
                  <a:pt x="3121659" y="372442"/>
                  <a:pt x="3120716" y="372045"/>
                </a:cubicBezTo>
                <a:cubicBezTo>
                  <a:pt x="3119773" y="371648"/>
                  <a:pt x="3118533" y="371350"/>
                  <a:pt x="3116995" y="371152"/>
                </a:cubicBezTo>
                <a:cubicBezTo>
                  <a:pt x="3115457" y="370954"/>
                  <a:pt x="3113498" y="370854"/>
                  <a:pt x="3111117" y="370854"/>
                </a:cubicBezTo>
                <a:cubicBezTo>
                  <a:pt x="3108834" y="370854"/>
                  <a:pt x="3107024" y="370978"/>
                  <a:pt x="3105684" y="371226"/>
                </a:cubicBezTo>
                <a:cubicBezTo>
                  <a:pt x="3104345" y="371474"/>
                  <a:pt x="3103303" y="371846"/>
                  <a:pt x="3102559" y="372343"/>
                </a:cubicBezTo>
                <a:cubicBezTo>
                  <a:pt x="3101815" y="372839"/>
                  <a:pt x="3101319" y="373459"/>
                  <a:pt x="3101071" y="374203"/>
                </a:cubicBezTo>
                <a:cubicBezTo>
                  <a:pt x="3100822" y="374947"/>
                  <a:pt x="3100698" y="375815"/>
                  <a:pt x="3100698" y="376808"/>
                </a:cubicBezTo>
                <a:cubicBezTo>
                  <a:pt x="3100698" y="379982"/>
                  <a:pt x="3100202" y="382959"/>
                  <a:pt x="3099210" y="385737"/>
                </a:cubicBezTo>
                <a:cubicBezTo>
                  <a:pt x="3098218" y="388515"/>
                  <a:pt x="3096730" y="390897"/>
                  <a:pt x="3094745" y="392881"/>
                </a:cubicBezTo>
                <a:cubicBezTo>
                  <a:pt x="3092761" y="394865"/>
                  <a:pt x="3090355" y="396403"/>
                  <a:pt x="3087527" y="397495"/>
                </a:cubicBezTo>
                <a:cubicBezTo>
                  <a:pt x="3084700" y="398586"/>
                  <a:pt x="3081450" y="399132"/>
                  <a:pt x="3077779" y="399132"/>
                </a:cubicBezTo>
                <a:cubicBezTo>
                  <a:pt x="3074009" y="399132"/>
                  <a:pt x="3070685" y="398586"/>
                  <a:pt x="3067808" y="397495"/>
                </a:cubicBezTo>
                <a:cubicBezTo>
                  <a:pt x="3064930" y="396403"/>
                  <a:pt x="3062474" y="394865"/>
                  <a:pt x="3060441" y="392881"/>
                </a:cubicBezTo>
                <a:cubicBezTo>
                  <a:pt x="3058406" y="390897"/>
                  <a:pt x="3056894" y="388565"/>
                  <a:pt x="3055901" y="385886"/>
                </a:cubicBezTo>
                <a:cubicBezTo>
                  <a:pt x="3054909" y="383207"/>
                  <a:pt x="3054413" y="380280"/>
                  <a:pt x="3054413" y="377105"/>
                </a:cubicBezTo>
                <a:cubicBezTo>
                  <a:pt x="3054413" y="376014"/>
                  <a:pt x="3054289" y="375071"/>
                  <a:pt x="3054041" y="374277"/>
                </a:cubicBezTo>
                <a:cubicBezTo>
                  <a:pt x="3053793" y="373484"/>
                  <a:pt x="3053297" y="372839"/>
                  <a:pt x="3052553" y="372343"/>
                </a:cubicBezTo>
                <a:cubicBezTo>
                  <a:pt x="3051808" y="371846"/>
                  <a:pt x="3050742" y="371474"/>
                  <a:pt x="3049353" y="371226"/>
                </a:cubicBezTo>
                <a:cubicBezTo>
                  <a:pt x="3047964" y="370978"/>
                  <a:pt x="3046079" y="370854"/>
                  <a:pt x="3043697" y="370854"/>
                </a:cubicBezTo>
                <a:close/>
                <a:moveTo>
                  <a:pt x="0" y="0"/>
                </a:moveTo>
                <a:lnTo>
                  <a:pt x="8280000" y="0"/>
                </a:lnTo>
                <a:lnTo>
                  <a:pt x="8280000" y="6876000"/>
                </a:lnTo>
                <a:lnTo>
                  <a:pt x="0" y="6876000"/>
                </a:lnTo>
                <a:close/>
              </a:path>
            </a:pathLst>
          </a:custGeom>
          <a:gradFill>
            <a:gsLst>
              <a:gs pos="0">
                <a:schemeClr val="bg2">
                  <a:lumMod val="25000"/>
                  <a:alpha val="2000"/>
                </a:schemeClr>
              </a:gs>
              <a:gs pos="37422">
                <a:srgbClr val="3B3838">
                  <a:alpha val="80000"/>
                </a:srgbClr>
              </a:gs>
              <a:gs pos="66000">
                <a:schemeClr val="bg2">
                  <a:lumMod val="25000"/>
                  <a:alpha val="90000"/>
                </a:schemeClr>
              </a:gs>
              <a:gs pos="100000">
                <a:schemeClr val="bg2">
                  <a:lumMod val="25000"/>
                </a:schemeClr>
              </a:gs>
            </a:gsLst>
            <a:lin ang="10800000" scaled="1"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644119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8BA87524-4EA6-0554-7801-9BD02C48140D}"/>
              </a:ext>
            </a:extLst>
          </p:cNvPr>
          <p:cNvGrpSpPr/>
          <p:nvPr/>
        </p:nvGrpSpPr>
        <p:grpSpPr>
          <a:xfrm>
            <a:off x="3962655" y="0"/>
            <a:ext cx="5592726" cy="6858000"/>
            <a:chOff x="0" y="0"/>
            <a:chExt cx="5592726" cy="6858000"/>
          </a:xfrm>
        </p:grpSpPr>
        <p:sp>
          <p:nvSpPr>
            <p:cNvPr id="9" name="Параллелограмм 8">
              <a:extLst>
                <a:ext uri="{FF2B5EF4-FFF2-40B4-BE49-F238E27FC236}">
                  <a16:creationId xmlns:a16="http://schemas.microsoft.com/office/drawing/2014/main" id="{E90D44FA-5ABA-DF35-5352-FB7FB94C60DD}"/>
                </a:ext>
              </a:extLst>
            </p:cNvPr>
            <p:cNvSpPr/>
            <p:nvPr/>
          </p:nvSpPr>
          <p:spPr>
            <a:xfrm>
              <a:off x="0" y="0"/>
              <a:ext cx="5592726" cy="6858000"/>
            </a:xfrm>
            <a:prstGeom prst="parallelogram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8764267-35EF-BEE0-B7F9-D53D1B6FABB7}"/>
                </a:ext>
              </a:extLst>
            </p:cNvPr>
            <p:cNvSpPr txBox="1"/>
            <p:nvPr/>
          </p:nvSpPr>
          <p:spPr>
            <a:xfrm>
              <a:off x="2487168" y="1303063"/>
              <a:ext cx="27432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262626"/>
                  </a:solidFill>
                  <a:latin typeface="Berlin Sans FB Demi" panose="020E0802020502020306" pitchFamily="34" charset="0"/>
                </a:rPr>
                <a:t>True</a:t>
              </a:r>
              <a:endParaRPr lang="ru-RU" sz="4000" dirty="0">
                <a:solidFill>
                  <a:srgbClr val="262626"/>
                </a:solidFill>
              </a:endParaRPr>
            </a:p>
            <a:p>
              <a:r>
                <a:rPr lang="ru-RU" sz="4000" dirty="0">
                  <a:solidFill>
                    <a:srgbClr val="262626"/>
                  </a:solidFill>
                </a:rPr>
                <a:t>Блины</a:t>
              </a:r>
            </a:p>
            <a:p>
              <a:r>
                <a:rPr lang="ru-RU" sz="2400" dirty="0">
                  <a:solidFill>
                    <a:srgbClr val="262626"/>
                  </a:solidFill>
                </a:rPr>
                <a:t>Это: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6B7E422-FE89-9635-0132-1DD888BC9D69}"/>
                </a:ext>
              </a:extLst>
            </p:cNvPr>
            <p:cNvSpPr txBox="1"/>
            <p:nvPr/>
          </p:nvSpPr>
          <p:spPr>
            <a:xfrm>
              <a:off x="1903228" y="3147237"/>
              <a:ext cx="245612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>
                  <a:solidFill>
                    <a:srgbClr val="262626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Отличное заведение для семьи и друзей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ED21008-BA44-A1E4-A9A0-08FF3B5D126F}"/>
              </a:ext>
            </a:extLst>
          </p:cNvPr>
          <p:cNvGrpSpPr/>
          <p:nvPr/>
        </p:nvGrpSpPr>
        <p:grpSpPr>
          <a:xfrm>
            <a:off x="3988386" y="0"/>
            <a:ext cx="5541264" cy="6858000"/>
            <a:chOff x="4163568" y="0"/>
            <a:chExt cx="5541264" cy="6858000"/>
          </a:xfrm>
        </p:grpSpPr>
        <p:sp>
          <p:nvSpPr>
            <p:cNvPr id="11" name="Параллелограмм 10">
              <a:extLst>
                <a:ext uri="{FF2B5EF4-FFF2-40B4-BE49-F238E27FC236}">
                  <a16:creationId xmlns:a16="http://schemas.microsoft.com/office/drawing/2014/main" id="{659E36B2-9DAA-4039-BA3D-E8B0053DFCD2}"/>
                </a:ext>
              </a:extLst>
            </p:cNvPr>
            <p:cNvSpPr/>
            <p:nvPr/>
          </p:nvSpPr>
          <p:spPr>
            <a:xfrm>
              <a:off x="4163568" y="0"/>
              <a:ext cx="5541264" cy="6858000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4BCD566-0399-D4BF-86A8-4DC5A9E75230}"/>
                </a:ext>
              </a:extLst>
            </p:cNvPr>
            <p:cNvSpPr txBox="1"/>
            <p:nvPr/>
          </p:nvSpPr>
          <p:spPr>
            <a:xfrm>
              <a:off x="6096000" y="1303063"/>
              <a:ext cx="27432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EFCB6E"/>
                  </a:solidFill>
                  <a:latin typeface="Berlin Sans FB Demi" panose="020E0802020502020306" pitchFamily="34" charset="0"/>
                </a:rPr>
                <a:t>True</a:t>
              </a:r>
              <a:endParaRPr lang="ru-RU" sz="4000" dirty="0">
                <a:solidFill>
                  <a:srgbClr val="EFCB6E"/>
                </a:solidFill>
              </a:endParaRPr>
            </a:p>
            <a:p>
              <a:r>
                <a:rPr lang="ru-RU" sz="4000" dirty="0">
                  <a:solidFill>
                    <a:srgbClr val="EFCB6E"/>
                  </a:solidFill>
                </a:rPr>
                <a:t>Блины</a:t>
              </a:r>
            </a:p>
            <a:p>
              <a:r>
                <a:rPr lang="ru-RU" sz="2400" dirty="0">
                  <a:solidFill>
                    <a:srgbClr val="EFCB6E"/>
                  </a:solidFill>
                </a:rPr>
                <a:t>Это: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D152CFC-6294-3133-6EB7-6B610EBEC0BD}"/>
                </a:ext>
              </a:extLst>
            </p:cNvPr>
            <p:cNvSpPr txBox="1"/>
            <p:nvPr/>
          </p:nvSpPr>
          <p:spPr>
            <a:xfrm>
              <a:off x="5519751" y="3147237"/>
              <a:ext cx="27432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>
                  <a:solidFill>
                    <a:srgbClr val="EFCB6E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Удобный и безопасный сайт</a:t>
              </a: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4D78FE34-1087-92EF-0C8C-B807408BD768}"/>
              </a:ext>
            </a:extLst>
          </p:cNvPr>
          <p:cNvGrpSpPr/>
          <p:nvPr/>
        </p:nvGrpSpPr>
        <p:grpSpPr>
          <a:xfrm>
            <a:off x="4094988" y="0"/>
            <a:ext cx="5328061" cy="6858000"/>
            <a:chOff x="8189976" y="0"/>
            <a:chExt cx="5328061" cy="6858000"/>
          </a:xfrm>
        </p:grpSpPr>
        <p:sp>
          <p:nvSpPr>
            <p:cNvPr id="10" name="Параллелограмм 9">
              <a:extLst>
                <a:ext uri="{FF2B5EF4-FFF2-40B4-BE49-F238E27FC236}">
                  <a16:creationId xmlns:a16="http://schemas.microsoft.com/office/drawing/2014/main" id="{683E68F9-8FA0-3D2F-586E-5D6F0E90A718}"/>
                </a:ext>
              </a:extLst>
            </p:cNvPr>
            <p:cNvSpPr/>
            <p:nvPr/>
          </p:nvSpPr>
          <p:spPr>
            <a:xfrm>
              <a:off x="8189976" y="0"/>
              <a:ext cx="5328061" cy="6858000"/>
            </a:xfrm>
            <a:prstGeom prst="parallelogram">
              <a:avLst/>
            </a:prstGeom>
            <a:solidFill>
              <a:srgbClr val="EFCB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38D793A-56DB-D1C7-24BE-364DEF008FFB}"/>
                </a:ext>
              </a:extLst>
            </p:cNvPr>
            <p:cNvSpPr txBox="1"/>
            <p:nvPr/>
          </p:nvSpPr>
          <p:spPr>
            <a:xfrm>
              <a:off x="10208106" y="1303063"/>
              <a:ext cx="27432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767171"/>
                  </a:solidFill>
                  <a:latin typeface="Berlin Sans FB Demi" panose="020E0802020502020306" pitchFamily="34" charset="0"/>
                </a:rPr>
                <a:t>True</a:t>
              </a:r>
              <a:endParaRPr lang="ru-RU" sz="4000" dirty="0">
                <a:solidFill>
                  <a:srgbClr val="767171"/>
                </a:solidFill>
              </a:endParaRPr>
            </a:p>
            <a:p>
              <a:r>
                <a:rPr lang="ru-RU" sz="4000" dirty="0">
                  <a:solidFill>
                    <a:srgbClr val="767171"/>
                  </a:solidFill>
                </a:rPr>
                <a:t>Блины</a:t>
              </a:r>
            </a:p>
            <a:p>
              <a:r>
                <a:rPr lang="ru-RU" sz="2400" dirty="0">
                  <a:solidFill>
                    <a:srgbClr val="767171"/>
                  </a:solidFill>
                </a:rPr>
                <a:t>Это: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8F1777-2C82-140A-0D46-B39D948BC1A7}"/>
                </a:ext>
              </a:extLst>
            </p:cNvPr>
            <p:cNvSpPr txBox="1"/>
            <p:nvPr/>
          </p:nvSpPr>
          <p:spPr>
            <a:xfrm>
              <a:off x="9704832" y="3147237"/>
              <a:ext cx="245612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>
                  <a:solidFill>
                    <a:srgbClr val="767171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Быстро и вкусно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318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229B328-1D5C-63F9-0AEA-E007F39BCD40}"/>
              </a:ext>
            </a:extLst>
          </p:cNvPr>
          <p:cNvGrpSpPr/>
          <p:nvPr/>
        </p:nvGrpSpPr>
        <p:grpSpPr>
          <a:xfrm>
            <a:off x="-992497" y="0"/>
            <a:ext cx="5592726" cy="6858000"/>
            <a:chOff x="0" y="0"/>
            <a:chExt cx="5592726" cy="68580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5" name="Параллелограмм 4">
              <a:extLst>
                <a:ext uri="{FF2B5EF4-FFF2-40B4-BE49-F238E27FC236}">
                  <a16:creationId xmlns:a16="http://schemas.microsoft.com/office/drawing/2014/main" id="{D0F84134-5A3B-F96D-AA8B-780F61BFE7E7}"/>
                </a:ext>
              </a:extLst>
            </p:cNvPr>
            <p:cNvSpPr/>
            <p:nvPr/>
          </p:nvSpPr>
          <p:spPr>
            <a:xfrm>
              <a:off x="0" y="0"/>
              <a:ext cx="5592726" cy="6858000"/>
            </a:xfrm>
            <a:prstGeom prst="parallelogram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8BB378-2279-0556-4540-6470C9DBE2FC}"/>
                </a:ext>
              </a:extLst>
            </p:cNvPr>
            <p:cNvSpPr txBox="1"/>
            <p:nvPr/>
          </p:nvSpPr>
          <p:spPr>
            <a:xfrm>
              <a:off x="2487168" y="1303063"/>
              <a:ext cx="2743200" cy="1692771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7F7F7F"/>
                  </a:solidFill>
                  <a:latin typeface="Berlin Sans FB Demi" panose="020E0802020502020306" pitchFamily="34" charset="0"/>
                </a:rPr>
                <a:t>True</a:t>
              </a:r>
              <a:endParaRPr lang="ru-RU" sz="4000" dirty="0">
                <a:solidFill>
                  <a:srgbClr val="7F7F7F"/>
                </a:solidFill>
              </a:endParaRPr>
            </a:p>
            <a:p>
              <a:r>
                <a:rPr lang="ru-RU" sz="4000" dirty="0">
                  <a:solidFill>
                    <a:srgbClr val="7F7F7F"/>
                  </a:solidFill>
                </a:rPr>
                <a:t>Блины</a:t>
              </a:r>
            </a:p>
            <a:p>
              <a:r>
                <a:rPr lang="ru-RU" sz="2400" dirty="0">
                  <a:solidFill>
                    <a:srgbClr val="7F7F7F"/>
                  </a:solidFill>
                </a:rPr>
                <a:t>Это: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F71DB4-9E1D-264F-649D-1909D3554678}"/>
                </a:ext>
              </a:extLst>
            </p:cNvPr>
            <p:cNvSpPr txBox="1"/>
            <p:nvPr/>
          </p:nvSpPr>
          <p:spPr>
            <a:xfrm>
              <a:off x="1903228" y="3147237"/>
              <a:ext cx="2456121" cy="181588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ru-RU" sz="2800" dirty="0">
                  <a:solidFill>
                    <a:srgbClr val="7F7F7F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Отличное заведение для семьи и друзей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B5B1B48-7B40-F0A1-F099-E20E4BEF6179}"/>
              </a:ext>
            </a:extLst>
          </p:cNvPr>
          <p:cNvGrpSpPr/>
          <p:nvPr/>
        </p:nvGrpSpPr>
        <p:grpSpPr>
          <a:xfrm>
            <a:off x="3143575" y="0"/>
            <a:ext cx="5541264" cy="6858000"/>
            <a:chOff x="3343413" y="0"/>
            <a:chExt cx="5541264" cy="6858000"/>
          </a:xfrm>
        </p:grpSpPr>
        <p:sp>
          <p:nvSpPr>
            <p:cNvPr id="9" name="Параллелограмм 8">
              <a:extLst>
                <a:ext uri="{FF2B5EF4-FFF2-40B4-BE49-F238E27FC236}">
                  <a16:creationId xmlns:a16="http://schemas.microsoft.com/office/drawing/2014/main" id="{F7D8DCC3-FA61-9480-4B9D-A30EE4E8045E}"/>
                </a:ext>
              </a:extLst>
            </p:cNvPr>
            <p:cNvSpPr/>
            <p:nvPr/>
          </p:nvSpPr>
          <p:spPr>
            <a:xfrm>
              <a:off x="3343413" y="0"/>
              <a:ext cx="5541264" cy="6858000"/>
            </a:xfrm>
            <a:prstGeom prst="parallelogram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1CDF63-2025-A7BB-F0B7-DC0EEB5F144A}"/>
                </a:ext>
              </a:extLst>
            </p:cNvPr>
            <p:cNvSpPr txBox="1"/>
            <p:nvPr/>
          </p:nvSpPr>
          <p:spPr>
            <a:xfrm>
              <a:off x="5506750" y="1303063"/>
              <a:ext cx="27432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EFCB6E"/>
                  </a:solidFill>
                  <a:latin typeface="Berlin Sans FB Demi" panose="020E0802020502020306" pitchFamily="34" charset="0"/>
                </a:rPr>
                <a:t>True</a:t>
              </a:r>
              <a:endParaRPr lang="ru-RU" sz="4000" dirty="0">
                <a:solidFill>
                  <a:srgbClr val="EFCB6E"/>
                </a:solidFill>
              </a:endParaRPr>
            </a:p>
            <a:p>
              <a:r>
                <a:rPr lang="ru-RU" sz="4000" dirty="0">
                  <a:solidFill>
                    <a:srgbClr val="EFCB6E"/>
                  </a:solidFill>
                </a:rPr>
                <a:t>Блины</a:t>
              </a:r>
            </a:p>
            <a:p>
              <a:r>
                <a:rPr lang="ru-RU" sz="2400" dirty="0">
                  <a:solidFill>
                    <a:srgbClr val="EFCB6E"/>
                  </a:solidFill>
                </a:rPr>
                <a:t>Это: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C8D0C7-F6CF-A2AF-810C-69F971E39215}"/>
                </a:ext>
              </a:extLst>
            </p:cNvPr>
            <p:cNvSpPr txBox="1"/>
            <p:nvPr/>
          </p:nvSpPr>
          <p:spPr>
            <a:xfrm>
              <a:off x="4930501" y="3147237"/>
              <a:ext cx="274320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>
                  <a:solidFill>
                    <a:srgbClr val="EFCB6E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Удобный и безопасный сайт</a:t>
              </a: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E2868C1-7854-517E-C4E6-597B6BD34764}"/>
              </a:ext>
            </a:extLst>
          </p:cNvPr>
          <p:cNvGrpSpPr/>
          <p:nvPr/>
        </p:nvGrpSpPr>
        <p:grpSpPr>
          <a:xfrm>
            <a:off x="7266457" y="0"/>
            <a:ext cx="5592726" cy="6858000"/>
            <a:chOff x="7659529" y="0"/>
            <a:chExt cx="5328061" cy="6858000"/>
          </a:xfrm>
        </p:grpSpPr>
        <p:sp>
          <p:nvSpPr>
            <p:cNvPr id="13" name="Параллелограмм 12">
              <a:extLst>
                <a:ext uri="{FF2B5EF4-FFF2-40B4-BE49-F238E27FC236}">
                  <a16:creationId xmlns:a16="http://schemas.microsoft.com/office/drawing/2014/main" id="{3E4640BB-2A98-A903-E0C0-E468D27CE4DF}"/>
                </a:ext>
              </a:extLst>
            </p:cNvPr>
            <p:cNvSpPr/>
            <p:nvPr/>
          </p:nvSpPr>
          <p:spPr>
            <a:xfrm>
              <a:off x="7659529" y="0"/>
              <a:ext cx="5328061" cy="6858000"/>
            </a:xfrm>
            <a:prstGeom prst="parallelogram">
              <a:avLst/>
            </a:prstGeom>
            <a:solidFill>
              <a:srgbClr val="EFCB6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1519C5-0A3F-2AB6-40BA-CCFE6D718EEF}"/>
                </a:ext>
              </a:extLst>
            </p:cNvPr>
            <p:cNvSpPr txBox="1"/>
            <p:nvPr/>
          </p:nvSpPr>
          <p:spPr>
            <a:xfrm>
              <a:off x="9677659" y="1303063"/>
              <a:ext cx="2743200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595959"/>
                  </a:solidFill>
                  <a:latin typeface="Berlin Sans FB Demi" panose="020E0802020502020306" pitchFamily="34" charset="0"/>
                </a:rPr>
                <a:t>True</a:t>
              </a:r>
              <a:endParaRPr lang="ru-RU" sz="4000" dirty="0">
                <a:solidFill>
                  <a:srgbClr val="595959"/>
                </a:solidFill>
              </a:endParaRPr>
            </a:p>
            <a:p>
              <a:r>
                <a:rPr lang="ru-RU" sz="4000" dirty="0">
                  <a:solidFill>
                    <a:srgbClr val="595959"/>
                  </a:solidFill>
                </a:rPr>
                <a:t>Блины</a:t>
              </a:r>
            </a:p>
            <a:p>
              <a:r>
                <a:rPr lang="ru-RU" sz="2400" dirty="0">
                  <a:solidFill>
                    <a:srgbClr val="595959"/>
                  </a:solidFill>
                </a:rPr>
                <a:t>Это: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D4F6C2-F197-89DE-55B9-A47C0AE7E356}"/>
                </a:ext>
              </a:extLst>
            </p:cNvPr>
            <p:cNvSpPr txBox="1"/>
            <p:nvPr/>
          </p:nvSpPr>
          <p:spPr>
            <a:xfrm>
              <a:off x="9174385" y="3147237"/>
              <a:ext cx="245612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800" dirty="0">
                  <a:solidFill>
                    <a:srgbClr val="595959"/>
                  </a:solidFill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Быстро и вкусно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4626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DD65B3FD-0177-0AAF-9833-A7219B725F88}"/>
              </a:ext>
            </a:extLst>
          </p:cNvPr>
          <p:cNvGrpSpPr/>
          <p:nvPr/>
        </p:nvGrpSpPr>
        <p:grpSpPr>
          <a:xfrm>
            <a:off x="223837" y="342471"/>
            <a:ext cx="1576387" cy="2763632"/>
            <a:chOff x="223837" y="342471"/>
            <a:chExt cx="1576387" cy="2763632"/>
          </a:xfrm>
        </p:grpSpPr>
        <p:sp>
          <p:nvSpPr>
            <p:cNvPr id="27" name="Прямоугольник: скругленные углы 26">
              <a:extLst>
                <a:ext uri="{FF2B5EF4-FFF2-40B4-BE49-F238E27FC236}">
                  <a16:creationId xmlns:a16="http://schemas.microsoft.com/office/drawing/2014/main" id="{F74A6412-D50E-BB13-55B6-B117DA52FF40}"/>
                </a:ext>
              </a:extLst>
            </p:cNvPr>
            <p:cNvSpPr/>
            <p:nvPr/>
          </p:nvSpPr>
          <p:spPr>
            <a:xfrm>
              <a:off x="223838" y="352416"/>
              <a:ext cx="1466850" cy="275368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EB9D7AC-6C79-E658-F32C-0A87BF75A9FF}"/>
                </a:ext>
              </a:extLst>
            </p:cNvPr>
            <p:cNvSpPr txBox="1"/>
            <p:nvPr/>
          </p:nvSpPr>
          <p:spPr>
            <a:xfrm>
              <a:off x="257474" y="342471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1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DF8D050-39B5-702E-A28D-6F511425E2FE}"/>
                </a:ext>
              </a:extLst>
            </p:cNvPr>
            <p:cNvSpPr txBox="1"/>
            <p:nvPr/>
          </p:nvSpPr>
          <p:spPr>
            <a:xfrm>
              <a:off x="223837" y="1191161"/>
              <a:ext cx="157638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Сделать Работающий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Интерфейс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«Сайта»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Блинной</a:t>
              </a:r>
            </a:p>
          </p:txBody>
        </p:sp>
      </p:grpSp>
      <p:sp>
        <p:nvSpPr>
          <p:cNvPr id="37" name="Прямоугольный треугольник 36">
            <a:extLst>
              <a:ext uri="{FF2B5EF4-FFF2-40B4-BE49-F238E27FC236}">
                <a16:creationId xmlns:a16="http://schemas.microsoft.com/office/drawing/2014/main" id="{5692AC63-515F-E439-41EC-11290AF94FD1}"/>
              </a:ext>
            </a:extLst>
          </p:cNvPr>
          <p:cNvSpPr/>
          <p:nvPr/>
        </p:nvSpPr>
        <p:spPr>
          <a:xfrm>
            <a:off x="0" y="3429000"/>
            <a:ext cx="11220449" cy="3429000"/>
          </a:xfrm>
          <a:prstGeom prst="rtTriangl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A84C36-F5ED-D00E-DC8D-5D9EB527D6B4}"/>
              </a:ext>
            </a:extLst>
          </p:cNvPr>
          <p:cNvSpPr txBox="1"/>
          <p:nvPr/>
        </p:nvSpPr>
        <p:spPr>
          <a:xfrm>
            <a:off x="88106" y="5674852"/>
            <a:ext cx="762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E1CB6D"/>
                </a:solidFill>
              </a:rPr>
              <a:t>Цели на проект:</a:t>
            </a:r>
          </a:p>
        </p:txBody>
      </p: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2EDA4914-83AE-1982-738F-C05DE716DBF9}"/>
              </a:ext>
            </a:extLst>
          </p:cNvPr>
          <p:cNvGrpSpPr/>
          <p:nvPr/>
        </p:nvGrpSpPr>
        <p:grpSpPr>
          <a:xfrm>
            <a:off x="2006203" y="352405"/>
            <a:ext cx="1603772" cy="3486171"/>
            <a:chOff x="2006203" y="352405"/>
            <a:chExt cx="1603772" cy="3486171"/>
          </a:xfrm>
        </p:grpSpPr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84FECD20-C361-D50A-D259-C7F455524411}"/>
                </a:ext>
              </a:extLst>
            </p:cNvPr>
            <p:cNvSpPr/>
            <p:nvPr/>
          </p:nvSpPr>
          <p:spPr>
            <a:xfrm>
              <a:off x="2006203" y="352418"/>
              <a:ext cx="1466850" cy="34861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91659D-83D5-EA73-52B8-D5A60A4C0798}"/>
                </a:ext>
              </a:extLst>
            </p:cNvPr>
            <p:cNvSpPr txBox="1"/>
            <p:nvPr/>
          </p:nvSpPr>
          <p:spPr>
            <a:xfrm>
              <a:off x="2039839" y="352405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2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7CB7EBA-CEE2-0E4F-610B-33941FAAA4CB}"/>
                </a:ext>
              </a:extLst>
            </p:cNvPr>
            <p:cNvSpPr txBox="1"/>
            <p:nvPr/>
          </p:nvSpPr>
          <p:spPr>
            <a:xfrm>
              <a:off x="2006203" y="1171575"/>
              <a:ext cx="160377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Сделать проверку номера телефона и почты пользователя</a:t>
              </a:r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ABBD1ED2-5F00-65A9-0A70-3554D26AC01D}"/>
              </a:ext>
            </a:extLst>
          </p:cNvPr>
          <p:cNvGrpSpPr/>
          <p:nvPr/>
        </p:nvGrpSpPr>
        <p:grpSpPr>
          <a:xfrm>
            <a:off x="3974306" y="352415"/>
            <a:ext cx="1683543" cy="4038610"/>
            <a:chOff x="3974306" y="352415"/>
            <a:chExt cx="1683543" cy="4038610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84481A36-DD00-1521-7893-0B0905FFF3F3}"/>
                </a:ext>
              </a:extLst>
            </p:cNvPr>
            <p:cNvSpPr/>
            <p:nvPr/>
          </p:nvSpPr>
          <p:spPr>
            <a:xfrm>
              <a:off x="3983830" y="352418"/>
              <a:ext cx="1594249" cy="40386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9DA0086-24F9-A60E-A1D9-04F331F39FCB}"/>
                </a:ext>
              </a:extLst>
            </p:cNvPr>
            <p:cNvSpPr txBox="1"/>
            <p:nvPr/>
          </p:nvSpPr>
          <p:spPr>
            <a:xfrm>
              <a:off x="4043957" y="352415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3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D8620C5-48CB-C7C9-BA8D-7F0CD8B966D4}"/>
                </a:ext>
              </a:extLst>
            </p:cNvPr>
            <p:cNvSpPr txBox="1"/>
            <p:nvPr/>
          </p:nvSpPr>
          <p:spPr>
            <a:xfrm>
              <a:off x="3974306" y="1171575"/>
              <a:ext cx="16835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Реализовать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проверку возраста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пользователя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и сделать 2 меню взрослое и детское </a:t>
              </a:r>
            </a:p>
          </p:txBody>
        </p:sp>
      </p:grp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551358DB-6527-52E3-CC62-D951C9F89C18}"/>
              </a:ext>
            </a:extLst>
          </p:cNvPr>
          <p:cNvGrpSpPr/>
          <p:nvPr/>
        </p:nvGrpSpPr>
        <p:grpSpPr>
          <a:xfrm>
            <a:off x="6112670" y="342471"/>
            <a:ext cx="1840704" cy="4619631"/>
            <a:chOff x="6112670" y="342471"/>
            <a:chExt cx="1840704" cy="4619631"/>
          </a:xfrm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EF11047A-BDE8-C55F-A994-3B445A339ABE}"/>
                </a:ext>
              </a:extLst>
            </p:cNvPr>
            <p:cNvSpPr/>
            <p:nvPr/>
          </p:nvSpPr>
          <p:spPr>
            <a:xfrm>
              <a:off x="6112670" y="342471"/>
              <a:ext cx="1709736" cy="4619631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C87B7E6-0395-EB97-2AE5-4A3E7E4F25E8}"/>
                </a:ext>
              </a:extLst>
            </p:cNvPr>
            <p:cNvSpPr txBox="1"/>
            <p:nvPr/>
          </p:nvSpPr>
          <p:spPr>
            <a:xfrm>
              <a:off x="6234113" y="352405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4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E83D03B-5948-ABFF-8493-E4BBB9397F3D}"/>
                </a:ext>
              </a:extLst>
            </p:cNvPr>
            <p:cNvSpPr txBox="1"/>
            <p:nvPr/>
          </p:nvSpPr>
          <p:spPr>
            <a:xfrm>
              <a:off x="6126955" y="1171575"/>
              <a:ext cx="182641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Добавить в код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многократный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заказ позиций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На «сайте»</a:t>
              </a:r>
            </a:p>
          </p:txBody>
        </p: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8905BA98-F8CE-B109-E51E-8246A20B3F41}"/>
              </a:ext>
            </a:extLst>
          </p:cNvPr>
          <p:cNvGrpSpPr/>
          <p:nvPr/>
        </p:nvGrpSpPr>
        <p:grpSpPr>
          <a:xfrm>
            <a:off x="8227217" y="352404"/>
            <a:ext cx="1614488" cy="5229246"/>
            <a:chOff x="8227217" y="352404"/>
            <a:chExt cx="1614488" cy="5229246"/>
          </a:xfrm>
        </p:grpSpPr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02D9ED6D-8223-3B06-71CE-04155018A318}"/>
                </a:ext>
              </a:extLst>
            </p:cNvPr>
            <p:cNvSpPr/>
            <p:nvPr/>
          </p:nvSpPr>
          <p:spPr>
            <a:xfrm>
              <a:off x="8227217" y="352419"/>
              <a:ext cx="1593057" cy="5229231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FBBD322-08E9-7EC3-59D5-52B59A81D858}"/>
                </a:ext>
              </a:extLst>
            </p:cNvPr>
            <p:cNvSpPr txBox="1"/>
            <p:nvPr/>
          </p:nvSpPr>
          <p:spPr>
            <a:xfrm>
              <a:off x="8306991" y="352404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5 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CE5B8A8-C0A2-FC50-F3E8-DC02A6919CF1}"/>
                </a:ext>
              </a:extLst>
            </p:cNvPr>
            <p:cNvSpPr txBox="1"/>
            <p:nvPr/>
          </p:nvSpPr>
          <p:spPr>
            <a:xfrm>
              <a:off x="8239127" y="1191161"/>
              <a:ext cx="160257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Добавить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в проект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счёт продуктов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для позиций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в блинной</a:t>
              </a:r>
            </a:p>
          </p:txBody>
        </p:sp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32FF3A20-9DFF-7127-6385-F9317F93E37C}"/>
              </a:ext>
            </a:extLst>
          </p:cNvPr>
          <p:cNvGrpSpPr/>
          <p:nvPr/>
        </p:nvGrpSpPr>
        <p:grpSpPr>
          <a:xfrm>
            <a:off x="10258426" y="352404"/>
            <a:ext cx="1581149" cy="5972192"/>
            <a:chOff x="10258426" y="352404"/>
            <a:chExt cx="1581149" cy="5972192"/>
          </a:xfrm>
        </p:grpSpPr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A50AD787-CBDF-6C5A-8BA4-FEA0D7FB5164}"/>
                </a:ext>
              </a:extLst>
            </p:cNvPr>
            <p:cNvSpPr/>
            <p:nvPr/>
          </p:nvSpPr>
          <p:spPr>
            <a:xfrm>
              <a:off x="10258426" y="352421"/>
              <a:ext cx="1581149" cy="5972175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0737F3F-2823-75C0-C3D5-EF1D0A804B8F}"/>
                </a:ext>
              </a:extLst>
            </p:cNvPr>
            <p:cNvSpPr txBox="1"/>
            <p:nvPr/>
          </p:nvSpPr>
          <p:spPr>
            <a:xfrm>
              <a:off x="10315575" y="352404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6 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 Цель   проекта</a:t>
              </a:r>
              <a:endParaRPr lang="ru-RU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1254D92-7EBF-1865-4B37-14DA1BA7913C}"/>
                </a:ext>
              </a:extLst>
            </p:cNvPr>
            <p:cNvSpPr txBox="1"/>
            <p:nvPr/>
          </p:nvSpPr>
          <p:spPr>
            <a:xfrm>
              <a:off x="10279857" y="1191161"/>
              <a:ext cx="1557335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Выбор пользователя способа оплаты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(Картой или наличными)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184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A066D95-36A5-BC37-1313-ED0B42A565C7}"/>
              </a:ext>
            </a:extLst>
          </p:cNvPr>
          <p:cNvGrpSpPr/>
          <p:nvPr/>
        </p:nvGrpSpPr>
        <p:grpSpPr>
          <a:xfrm>
            <a:off x="223837" y="342471"/>
            <a:ext cx="1576387" cy="2763632"/>
            <a:chOff x="223837" y="342471"/>
            <a:chExt cx="1576387" cy="2763632"/>
          </a:xfrm>
        </p:grpSpPr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3CAB5FA7-9089-A001-70FD-4B3D2BC9002A}"/>
                </a:ext>
              </a:extLst>
            </p:cNvPr>
            <p:cNvSpPr/>
            <p:nvPr/>
          </p:nvSpPr>
          <p:spPr>
            <a:xfrm>
              <a:off x="223838" y="352416"/>
              <a:ext cx="1466850" cy="2753687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2D9D39-CC36-672E-524B-0DDDD162B789}"/>
                </a:ext>
              </a:extLst>
            </p:cNvPr>
            <p:cNvSpPr txBox="1"/>
            <p:nvPr/>
          </p:nvSpPr>
          <p:spPr>
            <a:xfrm>
              <a:off x="257474" y="342471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1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E2C4073-C659-9AC6-12D2-A3418389DCE3}"/>
                </a:ext>
              </a:extLst>
            </p:cNvPr>
            <p:cNvSpPr txBox="1"/>
            <p:nvPr/>
          </p:nvSpPr>
          <p:spPr>
            <a:xfrm>
              <a:off x="223837" y="1191161"/>
              <a:ext cx="1576387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Сделать Работающий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Интерфейс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«Сайта»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Блинной</a:t>
              </a:r>
            </a:p>
          </p:txBody>
        </p:sp>
      </p:grpSp>
      <p:sp>
        <p:nvSpPr>
          <p:cNvPr id="34" name="Прямоугольный треугольник 33">
            <a:extLst>
              <a:ext uri="{FF2B5EF4-FFF2-40B4-BE49-F238E27FC236}">
                <a16:creationId xmlns:a16="http://schemas.microsoft.com/office/drawing/2014/main" id="{78E6FA0E-1C1A-05D4-2D07-CCD5F617C009}"/>
              </a:ext>
            </a:extLst>
          </p:cNvPr>
          <p:cNvSpPr/>
          <p:nvPr/>
        </p:nvSpPr>
        <p:spPr>
          <a:xfrm>
            <a:off x="0" y="3429000"/>
            <a:ext cx="11220449" cy="3429000"/>
          </a:xfrm>
          <a:prstGeom prst="rtTriangl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22D7BA-5C18-BC90-D40C-D4B310B8FA8D}"/>
              </a:ext>
            </a:extLst>
          </p:cNvPr>
          <p:cNvSpPr txBox="1"/>
          <p:nvPr/>
        </p:nvSpPr>
        <p:spPr>
          <a:xfrm>
            <a:off x="88106" y="5674852"/>
            <a:ext cx="762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E1CB6D"/>
                </a:solidFill>
              </a:rPr>
              <a:t>То что реализовано:</a:t>
            </a: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F7591C6-47C7-9DC8-B819-A393C8FCCE26}"/>
              </a:ext>
            </a:extLst>
          </p:cNvPr>
          <p:cNvGrpSpPr/>
          <p:nvPr/>
        </p:nvGrpSpPr>
        <p:grpSpPr>
          <a:xfrm>
            <a:off x="2006203" y="352405"/>
            <a:ext cx="1603772" cy="3486171"/>
            <a:chOff x="2006203" y="352405"/>
            <a:chExt cx="1603772" cy="3486171"/>
          </a:xfrm>
        </p:grpSpPr>
        <p:sp>
          <p:nvSpPr>
            <p:cNvPr id="37" name="Прямоугольник: скругленные углы 36">
              <a:extLst>
                <a:ext uri="{FF2B5EF4-FFF2-40B4-BE49-F238E27FC236}">
                  <a16:creationId xmlns:a16="http://schemas.microsoft.com/office/drawing/2014/main" id="{19A43C37-C430-BA5B-207F-B8694498DFA1}"/>
                </a:ext>
              </a:extLst>
            </p:cNvPr>
            <p:cNvSpPr/>
            <p:nvPr/>
          </p:nvSpPr>
          <p:spPr>
            <a:xfrm>
              <a:off x="2006203" y="352418"/>
              <a:ext cx="1466850" cy="348615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FAEB78-BEFA-6E98-03FE-64D93DD77C8C}"/>
                </a:ext>
              </a:extLst>
            </p:cNvPr>
            <p:cNvSpPr txBox="1"/>
            <p:nvPr/>
          </p:nvSpPr>
          <p:spPr>
            <a:xfrm>
              <a:off x="2039839" y="352405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2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5848E47-9AB7-A378-0410-2C566A9DBDA8}"/>
                </a:ext>
              </a:extLst>
            </p:cNvPr>
            <p:cNvSpPr txBox="1"/>
            <p:nvPr/>
          </p:nvSpPr>
          <p:spPr>
            <a:xfrm>
              <a:off x="2006203" y="1171575"/>
              <a:ext cx="1603772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Сделать проверку номера телефона и почты пользователя</a:t>
              </a: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5A997620-BF9C-B8E7-D3A0-FB1CE0D542E6}"/>
              </a:ext>
            </a:extLst>
          </p:cNvPr>
          <p:cNvGrpSpPr/>
          <p:nvPr/>
        </p:nvGrpSpPr>
        <p:grpSpPr>
          <a:xfrm>
            <a:off x="3974306" y="352415"/>
            <a:ext cx="1683543" cy="4038610"/>
            <a:chOff x="3974306" y="352415"/>
            <a:chExt cx="1683543" cy="4038610"/>
          </a:xfrm>
        </p:grpSpPr>
        <p:sp>
          <p:nvSpPr>
            <p:cNvPr id="41" name="Прямоугольник: скругленные углы 40">
              <a:extLst>
                <a:ext uri="{FF2B5EF4-FFF2-40B4-BE49-F238E27FC236}">
                  <a16:creationId xmlns:a16="http://schemas.microsoft.com/office/drawing/2014/main" id="{84CB1100-D37C-3B19-3D00-C2DEA274DEF6}"/>
                </a:ext>
              </a:extLst>
            </p:cNvPr>
            <p:cNvSpPr/>
            <p:nvPr/>
          </p:nvSpPr>
          <p:spPr>
            <a:xfrm>
              <a:off x="3983830" y="352418"/>
              <a:ext cx="1594249" cy="403860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EF04B81-7B57-32FE-D923-8166E79FF681}"/>
                </a:ext>
              </a:extLst>
            </p:cNvPr>
            <p:cNvSpPr txBox="1"/>
            <p:nvPr/>
          </p:nvSpPr>
          <p:spPr>
            <a:xfrm>
              <a:off x="4043957" y="352415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3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3E3268F-25CC-BFEF-45F2-8806E95FB11A}"/>
                </a:ext>
              </a:extLst>
            </p:cNvPr>
            <p:cNvSpPr txBox="1"/>
            <p:nvPr/>
          </p:nvSpPr>
          <p:spPr>
            <a:xfrm>
              <a:off x="3974306" y="1171575"/>
              <a:ext cx="1683543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Реализовать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проверку возраста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пользователя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и сделать 2 меню взрослое и детское </a:t>
              </a:r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16553AE-F2A2-23AF-E757-FF5B27BBDD64}"/>
              </a:ext>
            </a:extLst>
          </p:cNvPr>
          <p:cNvGrpSpPr/>
          <p:nvPr/>
        </p:nvGrpSpPr>
        <p:grpSpPr>
          <a:xfrm>
            <a:off x="6112670" y="342471"/>
            <a:ext cx="1840704" cy="4619631"/>
            <a:chOff x="6112670" y="342471"/>
            <a:chExt cx="1840704" cy="4619631"/>
          </a:xfrm>
        </p:grpSpPr>
        <p:sp>
          <p:nvSpPr>
            <p:cNvPr id="45" name="Прямоугольник: скругленные углы 44">
              <a:extLst>
                <a:ext uri="{FF2B5EF4-FFF2-40B4-BE49-F238E27FC236}">
                  <a16:creationId xmlns:a16="http://schemas.microsoft.com/office/drawing/2014/main" id="{C51F6E59-0F4B-5144-B053-003CA935AD80}"/>
                </a:ext>
              </a:extLst>
            </p:cNvPr>
            <p:cNvSpPr/>
            <p:nvPr/>
          </p:nvSpPr>
          <p:spPr>
            <a:xfrm>
              <a:off x="6112670" y="342471"/>
              <a:ext cx="1709736" cy="4619631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61910E3-C53F-BF97-8216-3FE561FDC311}"/>
                </a:ext>
              </a:extLst>
            </p:cNvPr>
            <p:cNvSpPr txBox="1"/>
            <p:nvPr/>
          </p:nvSpPr>
          <p:spPr>
            <a:xfrm>
              <a:off x="6234113" y="352405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4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8CC6F1B-215C-1BDC-72C2-F6CBFB163D0F}"/>
                </a:ext>
              </a:extLst>
            </p:cNvPr>
            <p:cNvSpPr txBox="1"/>
            <p:nvPr/>
          </p:nvSpPr>
          <p:spPr>
            <a:xfrm>
              <a:off x="6126955" y="1171575"/>
              <a:ext cx="182641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Добавить в код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многократный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заказ позиций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На «сайте»</a:t>
              </a: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FD476FC6-FDF9-CB94-74DA-B6292A68FC18}"/>
              </a:ext>
            </a:extLst>
          </p:cNvPr>
          <p:cNvGrpSpPr/>
          <p:nvPr/>
        </p:nvGrpSpPr>
        <p:grpSpPr>
          <a:xfrm>
            <a:off x="8227217" y="352404"/>
            <a:ext cx="1614488" cy="5229246"/>
            <a:chOff x="8227217" y="352404"/>
            <a:chExt cx="1614488" cy="5229246"/>
          </a:xfrm>
        </p:grpSpPr>
        <p:sp>
          <p:nvSpPr>
            <p:cNvPr id="49" name="Прямоугольник: скругленные углы 48">
              <a:extLst>
                <a:ext uri="{FF2B5EF4-FFF2-40B4-BE49-F238E27FC236}">
                  <a16:creationId xmlns:a16="http://schemas.microsoft.com/office/drawing/2014/main" id="{A98C5331-B6A5-7355-EAEB-0CEA8C245F88}"/>
                </a:ext>
              </a:extLst>
            </p:cNvPr>
            <p:cNvSpPr/>
            <p:nvPr/>
          </p:nvSpPr>
          <p:spPr>
            <a:xfrm>
              <a:off x="8227217" y="352419"/>
              <a:ext cx="1593057" cy="5229231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4E798EF-43E0-C300-83AA-3D1B044BDE2A}"/>
                </a:ext>
              </a:extLst>
            </p:cNvPr>
            <p:cNvSpPr txBox="1"/>
            <p:nvPr/>
          </p:nvSpPr>
          <p:spPr>
            <a:xfrm>
              <a:off x="8306991" y="352404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5 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Цель   проекта</a:t>
              </a:r>
              <a:endParaRPr lang="ru-RU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2AFEAC2-60F1-0E77-354C-891C7CF32B92}"/>
                </a:ext>
              </a:extLst>
            </p:cNvPr>
            <p:cNvSpPr txBox="1"/>
            <p:nvPr/>
          </p:nvSpPr>
          <p:spPr>
            <a:xfrm>
              <a:off x="8239127" y="1191161"/>
              <a:ext cx="1602578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Добавить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в проект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счёт продуктов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для позиций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в блинной</a:t>
              </a:r>
            </a:p>
          </p:txBody>
        </p: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0DF46B6E-8EAD-C6FA-E6E2-83D0DBBD9145}"/>
              </a:ext>
            </a:extLst>
          </p:cNvPr>
          <p:cNvGrpSpPr/>
          <p:nvPr/>
        </p:nvGrpSpPr>
        <p:grpSpPr>
          <a:xfrm>
            <a:off x="10258426" y="352404"/>
            <a:ext cx="1581149" cy="5972192"/>
            <a:chOff x="10258426" y="352404"/>
            <a:chExt cx="1581149" cy="5972192"/>
          </a:xfrm>
        </p:grpSpPr>
        <p:sp>
          <p:nvSpPr>
            <p:cNvPr id="53" name="Прямоугольник: скругленные углы 52">
              <a:extLst>
                <a:ext uri="{FF2B5EF4-FFF2-40B4-BE49-F238E27FC236}">
                  <a16:creationId xmlns:a16="http://schemas.microsoft.com/office/drawing/2014/main" id="{E3CE920B-42FE-A5B8-D41B-6F10ECCD28E4}"/>
                </a:ext>
              </a:extLst>
            </p:cNvPr>
            <p:cNvSpPr/>
            <p:nvPr/>
          </p:nvSpPr>
          <p:spPr>
            <a:xfrm>
              <a:off x="10258426" y="352421"/>
              <a:ext cx="1581149" cy="5972175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A4A6F4F-C7B1-154B-2BC5-5E8C8E3CD5C6}"/>
                </a:ext>
              </a:extLst>
            </p:cNvPr>
            <p:cNvSpPr txBox="1"/>
            <p:nvPr/>
          </p:nvSpPr>
          <p:spPr>
            <a:xfrm>
              <a:off x="10315575" y="352404"/>
              <a:ext cx="14668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Bahnschrift Condensed" panose="020B0502040204020203" pitchFamily="34" charset="0"/>
                </a:rPr>
                <a:t>             6 </a:t>
              </a:r>
            </a:p>
            <a:p>
              <a:r>
                <a:rPr lang="ru-RU" dirty="0">
                  <a:latin typeface="Bahnschrift Condensed" panose="020B0502040204020203" pitchFamily="34" charset="0"/>
                </a:rPr>
                <a:t>  Цель   проекта</a:t>
              </a:r>
              <a:endParaRPr lang="ru-RU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1B5B1DA-D4A1-D6DC-FFB4-1EF5CA978985}"/>
                </a:ext>
              </a:extLst>
            </p:cNvPr>
            <p:cNvSpPr txBox="1"/>
            <p:nvPr/>
          </p:nvSpPr>
          <p:spPr>
            <a:xfrm>
              <a:off x="10279857" y="1191161"/>
              <a:ext cx="1557335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Выбор пользователя способа оплаты</a:t>
              </a:r>
            </a:p>
            <a:p>
              <a:r>
                <a: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rPr>
                <a:t>(Картой или наличными)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4428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>
            <a:extLst>
              <a:ext uri="{FF2B5EF4-FFF2-40B4-BE49-F238E27FC236}">
                <a16:creationId xmlns:a16="http://schemas.microsoft.com/office/drawing/2014/main" id="{859A2938-F8FA-C0C7-3CBE-D168F0A2CCFE}"/>
              </a:ext>
            </a:extLst>
          </p:cNvPr>
          <p:cNvSpPr/>
          <p:nvPr/>
        </p:nvSpPr>
        <p:spPr>
          <a:xfrm>
            <a:off x="-609438" y="-7989789"/>
            <a:ext cx="25026258" cy="15290879"/>
          </a:xfrm>
          <a:prstGeom prst="rtTriangl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79F6FFC-B421-B0BE-254A-3AF62D442068}"/>
              </a:ext>
            </a:extLst>
          </p:cNvPr>
          <p:cNvGrpSpPr/>
          <p:nvPr/>
        </p:nvGrpSpPr>
        <p:grpSpPr>
          <a:xfrm>
            <a:off x="514351" y="266699"/>
            <a:ext cx="10582274" cy="1924051"/>
            <a:chOff x="514351" y="266699"/>
            <a:chExt cx="10582274" cy="1924051"/>
          </a:xfrm>
        </p:grpSpPr>
        <p:grpSp>
          <p:nvGrpSpPr>
            <p:cNvPr id="5" name="Группа 4">
              <a:extLst>
                <a:ext uri="{FF2B5EF4-FFF2-40B4-BE49-F238E27FC236}">
                  <a16:creationId xmlns:a16="http://schemas.microsoft.com/office/drawing/2014/main" id="{4E2B8B5E-9F30-71BC-5DA5-21ACC99A9918}"/>
                </a:ext>
              </a:extLst>
            </p:cNvPr>
            <p:cNvGrpSpPr/>
            <p:nvPr/>
          </p:nvGrpSpPr>
          <p:grpSpPr>
            <a:xfrm>
              <a:off x="514351" y="266699"/>
              <a:ext cx="10582274" cy="1924051"/>
              <a:chOff x="10258426" y="352404"/>
              <a:chExt cx="1581149" cy="5972192"/>
            </a:xfrm>
          </p:grpSpPr>
          <p:sp>
            <p:nvSpPr>
              <p:cNvPr id="6" name="Прямоугольник: скругленные углы 5">
                <a:extLst>
                  <a:ext uri="{FF2B5EF4-FFF2-40B4-BE49-F238E27FC236}">
                    <a16:creationId xmlns:a16="http://schemas.microsoft.com/office/drawing/2014/main" id="{FCE23889-104E-D179-20F8-BB2E929C28B3}"/>
                  </a:ext>
                </a:extLst>
              </p:cNvPr>
              <p:cNvSpPr/>
              <p:nvPr/>
            </p:nvSpPr>
            <p:spPr>
              <a:xfrm>
                <a:off x="10258426" y="352421"/>
                <a:ext cx="1581149" cy="5972175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35763AA-4F3F-8308-85AD-E23D492200AD}"/>
                  </a:ext>
                </a:extLst>
              </p:cNvPr>
              <p:cNvSpPr txBox="1"/>
              <p:nvPr/>
            </p:nvSpPr>
            <p:spPr>
              <a:xfrm>
                <a:off x="10315575" y="352404"/>
                <a:ext cx="1466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DEB143-7412-9539-B7AB-2CA19B6A708F}"/>
                  </a:ext>
                </a:extLst>
              </p:cNvPr>
              <p:cNvSpPr txBox="1"/>
              <p:nvPr/>
            </p:nvSpPr>
            <p:spPr>
              <a:xfrm>
                <a:off x="10279857" y="1191161"/>
                <a:ext cx="15573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28FC897-D42B-38B4-EAA7-A488C0C08A83}"/>
                </a:ext>
              </a:extLst>
            </p:cNvPr>
            <p:cNvSpPr txBox="1"/>
            <p:nvPr/>
          </p:nvSpPr>
          <p:spPr>
            <a:xfrm>
              <a:off x="666750" y="485775"/>
              <a:ext cx="102108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/>
                <a:t>Примерно 70% проекта было сделано мной самолично.</a:t>
              </a:r>
            </a:p>
            <a:p>
              <a:r>
                <a:rPr lang="ru-RU" sz="3200" dirty="0"/>
                <a:t>Ну только проверку номерам телефона и почты я взял из </a:t>
              </a:r>
            </a:p>
            <a:p>
              <a:r>
                <a:rPr lang="en-US" sz="3200" dirty="0"/>
                <a:t>Chrome</a:t>
              </a:r>
              <a:r>
                <a:rPr lang="ru-RU" sz="3200" dirty="0"/>
                <a:t>, а также небольшие участки кода с рекурсией</a:t>
              </a: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E35B6F8-5B28-0D11-FFFC-2E7EEEB93A1E}"/>
              </a:ext>
            </a:extLst>
          </p:cNvPr>
          <p:cNvGrpSpPr/>
          <p:nvPr/>
        </p:nvGrpSpPr>
        <p:grpSpPr>
          <a:xfrm>
            <a:off x="514351" y="3783896"/>
            <a:ext cx="10582274" cy="1924047"/>
            <a:chOff x="514351" y="266699"/>
            <a:chExt cx="10582274" cy="1924051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1ECB9695-4551-2467-5241-C5E47F28BB48}"/>
                </a:ext>
              </a:extLst>
            </p:cNvPr>
            <p:cNvGrpSpPr/>
            <p:nvPr/>
          </p:nvGrpSpPr>
          <p:grpSpPr>
            <a:xfrm>
              <a:off x="514351" y="266699"/>
              <a:ext cx="10582274" cy="1924051"/>
              <a:chOff x="10258426" y="352404"/>
              <a:chExt cx="1581149" cy="5972192"/>
            </a:xfrm>
          </p:grpSpPr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B12E9571-1856-83B8-6B34-91367F40FAAD}"/>
                  </a:ext>
                </a:extLst>
              </p:cNvPr>
              <p:cNvSpPr/>
              <p:nvPr/>
            </p:nvSpPr>
            <p:spPr>
              <a:xfrm>
                <a:off x="10258426" y="352421"/>
                <a:ext cx="1581149" cy="5972175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6DA200-95D2-3381-91E6-DA4648130BB6}"/>
                  </a:ext>
                </a:extLst>
              </p:cNvPr>
              <p:cNvSpPr txBox="1"/>
              <p:nvPr/>
            </p:nvSpPr>
            <p:spPr>
              <a:xfrm>
                <a:off x="10315575" y="352404"/>
                <a:ext cx="1466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5656E4A-A251-F7BC-6B21-94C6C6D7A472}"/>
                  </a:ext>
                </a:extLst>
              </p:cNvPr>
              <p:cNvSpPr txBox="1"/>
              <p:nvPr/>
            </p:nvSpPr>
            <p:spPr>
              <a:xfrm>
                <a:off x="10279857" y="1191161"/>
                <a:ext cx="15573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6ED0789-C1FE-4601-30A9-154DF561AB96}"/>
                </a:ext>
              </a:extLst>
            </p:cNvPr>
            <p:cNvSpPr txBox="1"/>
            <p:nvPr/>
          </p:nvSpPr>
          <p:spPr>
            <a:xfrm>
              <a:off x="666750" y="485775"/>
              <a:ext cx="10210800" cy="1077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/>
                <a:t>Хоть мой проект не такой проработанный как у других но я всё равно сильно старался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8346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DA934FE0-FD82-188C-FED6-714F49DF3115}"/>
              </a:ext>
            </a:extLst>
          </p:cNvPr>
          <p:cNvSpPr/>
          <p:nvPr/>
        </p:nvSpPr>
        <p:spPr>
          <a:xfrm>
            <a:off x="-590584" y="-7952082"/>
            <a:ext cx="25026258" cy="15290879"/>
          </a:xfrm>
          <a:prstGeom prst="rtTriangl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BE425BD-3156-3C09-126C-ACED29F32036}"/>
              </a:ext>
            </a:extLst>
          </p:cNvPr>
          <p:cNvGrpSpPr/>
          <p:nvPr/>
        </p:nvGrpSpPr>
        <p:grpSpPr>
          <a:xfrm>
            <a:off x="514351" y="2017336"/>
            <a:ext cx="12455950" cy="2253006"/>
            <a:chOff x="514351" y="266699"/>
            <a:chExt cx="12455950" cy="1924051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7EAB745F-064D-D3DD-1E8D-7612210D8CCB}"/>
                </a:ext>
              </a:extLst>
            </p:cNvPr>
            <p:cNvGrpSpPr/>
            <p:nvPr/>
          </p:nvGrpSpPr>
          <p:grpSpPr>
            <a:xfrm>
              <a:off x="514351" y="266699"/>
              <a:ext cx="10582274" cy="1924051"/>
              <a:chOff x="10258426" y="352404"/>
              <a:chExt cx="1581149" cy="5972192"/>
            </a:xfrm>
          </p:grpSpPr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6A5CDBB7-C2DF-30BC-9100-EDB0EE7B4764}"/>
                  </a:ext>
                </a:extLst>
              </p:cNvPr>
              <p:cNvSpPr/>
              <p:nvPr/>
            </p:nvSpPr>
            <p:spPr>
              <a:xfrm>
                <a:off x="10258426" y="352421"/>
                <a:ext cx="1581149" cy="5972175"/>
              </a:xfrm>
              <a:prstGeom prst="round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42C761F-DC08-7CF1-BBCC-B2BD56EBB704}"/>
                  </a:ext>
                </a:extLst>
              </p:cNvPr>
              <p:cNvSpPr txBox="1"/>
              <p:nvPr/>
            </p:nvSpPr>
            <p:spPr>
              <a:xfrm>
                <a:off x="10315575" y="352404"/>
                <a:ext cx="14668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8FF1C9-289A-6FF6-BA55-9792D2E10D0D}"/>
                  </a:ext>
                </a:extLst>
              </p:cNvPr>
              <p:cNvSpPr txBox="1"/>
              <p:nvPr/>
            </p:nvSpPr>
            <p:spPr>
              <a:xfrm>
                <a:off x="10279857" y="1191161"/>
                <a:ext cx="15573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>
                  <a:latin typeface="Cascadia Mono" panose="020B0609020000020004" pitchFamily="49" charset="0"/>
                  <a:ea typeface="Cascadia Mono" panose="020B0609020000020004" pitchFamily="49" charset="0"/>
                  <a:cs typeface="Cascadia Mono" panose="020B0609020000020004" pitchFamily="49" charset="0"/>
                </a:endParaRP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3054F9E-0B97-AF40-FA99-E37BD7E32B48}"/>
                </a:ext>
              </a:extLst>
            </p:cNvPr>
            <p:cNvSpPr txBox="1"/>
            <p:nvPr/>
          </p:nvSpPr>
          <p:spPr>
            <a:xfrm>
              <a:off x="2759501" y="762585"/>
              <a:ext cx="10210800" cy="709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4800" dirty="0"/>
                <a:t>Спасибо за внимание!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71266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272</Words>
  <Application>Microsoft Office PowerPoint</Application>
  <PresentationFormat>Широкоэкранный</PresentationFormat>
  <Paragraphs>96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Bahnschrift Condensed</vt:lpstr>
      <vt:lpstr>Berlin Sans FB Demi</vt:lpstr>
      <vt:lpstr>Calibri</vt:lpstr>
      <vt:lpstr>Calibri Light</vt:lpstr>
      <vt:lpstr>Cascadia Mono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????????? ????????</dc:creator>
  <cp:lastModifiedBy>????????? ????????</cp:lastModifiedBy>
  <cp:revision>4</cp:revision>
  <dcterms:created xsi:type="dcterms:W3CDTF">2025-11-26T15:01:12Z</dcterms:created>
  <dcterms:modified xsi:type="dcterms:W3CDTF">2025-11-29T04:52:57Z</dcterms:modified>
</cp:coreProperties>
</file>